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8" r:id="rId3"/>
    <p:sldId id="259" r:id="rId4"/>
    <p:sldId id="263" r:id="rId5"/>
    <p:sldId id="261" r:id="rId6"/>
    <p:sldId id="264" r:id="rId7"/>
    <p:sldId id="265" r:id="rId8"/>
    <p:sldId id="262" r:id="rId9"/>
    <p:sldId id="26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2A11A-5E32-470B-99A4-8B1BA09B702B}" v="1281" dt="2026-06-17T05:57:03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奨太 越智" userId="1e89b1c5ec8000ff" providerId="LiveId" clId="{C64DA74B-CE30-4CB4-AEC4-E35ED1190D6D}"/>
    <pc:docChg chg="undo custSel addSld delSld modSld sldOrd">
      <pc:chgData name="奨太 越智" userId="1e89b1c5ec8000ff" providerId="LiveId" clId="{C64DA74B-CE30-4CB4-AEC4-E35ED1190D6D}" dt="2026-06-16T07:52:47.170" v="1133" actId="20577"/>
      <pc:docMkLst>
        <pc:docMk/>
      </pc:docMkLst>
      <pc:sldChg chg="modSp mod">
        <pc:chgData name="奨太 越智" userId="1e89b1c5ec8000ff" providerId="LiveId" clId="{C64DA74B-CE30-4CB4-AEC4-E35ED1190D6D}" dt="2026-06-12T07:41:07.023" v="607" actId="6549"/>
        <pc:sldMkLst>
          <pc:docMk/>
          <pc:sldMk cId="2855258411" sldId="258"/>
        </pc:sldMkLst>
        <pc:spChg chg="mod">
          <ac:chgData name="奨太 越智" userId="1e89b1c5ec8000ff" providerId="LiveId" clId="{C64DA74B-CE30-4CB4-AEC4-E35ED1190D6D}" dt="2026-06-12T07:41:07.023" v="607" actId="6549"/>
          <ac:spMkLst>
            <pc:docMk/>
            <pc:sldMk cId="2855258411" sldId="258"/>
            <ac:spMk id="8" creationId="{80A6748F-7488-2E55-4C43-FD5FFA736185}"/>
          </ac:spMkLst>
        </pc:spChg>
        <pc:spChg chg="mod">
          <ac:chgData name="奨太 越智" userId="1e89b1c5ec8000ff" providerId="LiveId" clId="{C64DA74B-CE30-4CB4-AEC4-E35ED1190D6D}" dt="2026-06-12T07:40:28.044" v="600" actId="20577"/>
          <ac:spMkLst>
            <pc:docMk/>
            <pc:sldMk cId="2855258411" sldId="258"/>
            <ac:spMk id="13" creationId="{AFFCB148-D396-796A-7522-10EDFA067607}"/>
          </ac:spMkLst>
        </pc:spChg>
        <pc:spChg chg="mod">
          <ac:chgData name="奨太 越智" userId="1e89b1c5ec8000ff" providerId="LiveId" clId="{C64DA74B-CE30-4CB4-AEC4-E35ED1190D6D}" dt="2026-06-12T07:40:16.928" v="598" actId="20577"/>
          <ac:spMkLst>
            <pc:docMk/>
            <pc:sldMk cId="2855258411" sldId="258"/>
            <ac:spMk id="15" creationId="{C67B48C6-DFB3-D458-4AE0-A82B8CCF2D96}"/>
          </ac:spMkLst>
        </pc:spChg>
        <pc:spChg chg="mod">
          <ac:chgData name="奨太 越智" userId="1e89b1c5ec8000ff" providerId="LiveId" clId="{C64DA74B-CE30-4CB4-AEC4-E35ED1190D6D}" dt="2026-06-12T07:40:48.119" v="605" actId="20577"/>
          <ac:spMkLst>
            <pc:docMk/>
            <pc:sldMk cId="2855258411" sldId="258"/>
            <ac:spMk id="17" creationId="{0D9894F5-81C5-B7DF-B719-6E1A0FA02C8E}"/>
          </ac:spMkLst>
        </pc:spChg>
        <pc:spChg chg="mod">
          <ac:chgData name="奨太 越智" userId="1e89b1c5ec8000ff" providerId="LiveId" clId="{C64DA74B-CE30-4CB4-AEC4-E35ED1190D6D}" dt="2026-06-12T07:40:50.607" v="606" actId="20577"/>
          <ac:spMkLst>
            <pc:docMk/>
            <pc:sldMk cId="2855258411" sldId="258"/>
            <ac:spMk id="19" creationId="{63A7518F-C5E8-799F-2D9C-8F593D67DB26}"/>
          </ac:spMkLst>
        </pc:spChg>
      </pc:sldChg>
      <pc:sldChg chg="addSp delSp modSp mod">
        <pc:chgData name="奨太 越智" userId="1e89b1c5ec8000ff" providerId="LiveId" clId="{C64DA74B-CE30-4CB4-AEC4-E35ED1190D6D}" dt="2026-06-16T07:52:47.170" v="1133" actId="20577"/>
        <pc:sldMkLst>
          <pc:docMk/>
          <pc:sldMk cId="1307111435" sldId="259"/>
        </pc:sldMkLst>
        <pc:spChg chg="mod">
          <ac:chgData name="奨太 越智" userId="1e89b1c5ec8000ff" providerId="LiveId" clId="{C64DA74B-CE30-4CB4-AEC4-E35ED1190D6D}" dt="2026-06-12T07:03:10.286" v="56" actId="1076"/>
          <ac:spMkLst>
            <pc:docMk/>
            <pc:sldMk cId="1307111435" sldId="259"/>
            <ac:spMk id="2" creationId="{59EA4D08-DF27-A598-C148-0FBFB9E617C8}"/>
          </ac:spMkLst>
        </pc:spChg>
        <pc:spChg chg="add mod">
          <ac:chgData name="奨太 越智" userId="1e89b1c5ec8000ff" providerId="LiveId" clId="{C64DA74B-CE30-4CB4-AEC4-E35ED1190D6D}" dt="2026-06-16T05:56:46.526" v="1101" actId="20577"/>
          <ac:spMkLst>
            <pc:docMk/>
            <pc:sldMk cId="1307111435" sldId="259"/>
            <ac:spMk id="3" creationId="{F969FAF2-B163-A622-9C3F-8519DB678D9F}"/>
          </ac:spMkLst>
        </pc:spChg>
        <pc:spChg chg="add mod">
          <ac:chgData name="奨太 越智" userId="1e89b1c5ec8000ff" providerId="LiveId" clId="{C64DA74B-CE30-4CB4-AEC4-E35ED1190D6D}" dt="2026-06-12T07:02:16.164" v="29" actId="1076"/>
          <ac:spMkLst>
            <pc:docMk/>
            <pc:sldMk cId="1307111435" sldId="259"/>
            <ac:spMk id="4" creationId="{DD7AA16D-8A52-F159-E2CB-EA3CE4724CE1}"/>
          </ac:spMkLst>
        </pc:spChg>
        <pc:spChg chg="mod">
          <ac:chgData name="奨太 越智" userId="1e89b1c5ec8000ff" providerId="LiveId" clId="{C64DA74B-CE30-4CB4-AEC4-E35ED1190D6D}" dt="2026-06-12T07:01:50.749" v="9" actId="1076"/>
          <ac:spMkLst>
            <pc:docMk/>
            <pc:sldMk cId="1307111435" sldId="259"/>
            <ac:spMk id="5" creationId="{08EC39BF-2857-0344-9E7F-6AEAB399B611}"/>
          </ac:spMkLst>
        </pc:spChg>
        <pc:spChg chg="add mod">
          <ac:chgData name="奨太 越智" userId="1e89b1c5ec8000ff" providerId="LiveId" clId="{C64DA74B-CE30-4CB4-AEC4-E35ED1190D6D}" dt="2026-06-12T07:02:31.856" v="43" actId="20577"/>
          <ac:spMkLst>
            <pc:docMk/>
            <pc:sldMk cId="1307111435" sldId="259"/>
            <ac:spMk id="6" creationId="{8B35A471-F6FB-C6E2-A254-1395D1F2F705}"/>
          </ac:spMkLst>
        </pc:spChg>
        <pc:spChg chg="add mod">
          <ac:chgData name="奨太 越智" userId="1e89b1c5ec8000ff" providerId="LiveId" clId="{C64DA74B-CE30-4CB4-AEC4-E35ED1190D6D}" dt="2026-06-16T07:52:47.170" v="1133" actId="20577"/>
          <ac:spMkLst>
            <pc:docMk/>
            <pc:sldMk cId="1307111435" sldId="259"/>
            <ac:spMk id="8" creationId="{34F2D154-B6CE-C9AC-A08B-CCE8E05503B8}"/>
          </ac:spMkLst>
        </pc:spChg>
        <pc:spChg chg="mod">
          <ac:chgData name="奨太 越智" userId="1e89b1c5ec8000ff" providerId="LiveId" clId="{C64DA74B-CE30-4CB4-AEC4-E35ED1190D6D}" dt="2026-06-12T07:01:53.525" v="10" actId="1076"/>
          <ac:spMkLst>
            <pc:docMk/>
            <pc:sldMk cId="1307111435" sldId="259"/>
            <ac:spMk id="13" creationId="{31397EF3-953B-FFA2-5379-F723602A603D}"/>
          </ac:spMkLst>
        </pc:spChg>
        <pc:spChg chg="add mod">
          <ac:chgData name="奨太 越智" userId="1e89b1c5ec8000ff" providerId="LiveId" clId="{C64DA74B-CE30-4CB4-AEC4-E35ED1190D6D}" dt="2026-06-12T07:04:53.087" v="135" actId="1076"/>
          <ac:spMkLst>
            <pc:docMk/>
            <pc:sldMk cId="1307111435" sldId="259"/>
            <ac:spMk id="19" creationId="{433B5953-F38A-54DB-645B-25C75A4C19AE}"/>
          </ac:spMkLst>
        </pc:spChg>
        <pc:spChg chg="add mod">
          <ac:chgData name="奨太 越智" userId="1e89b1c5ec8000ff" providerId="LiveId" clId="{C64DA74B-CE30-4CB4-AEC4-E35ED1190D6D}" dt="2026-06-16T05:55:09.451" v="949" actId="20577"/>
          <ac:spMkLst>
            <pc:docMk/>
            <pc:sldMk cId="1307111435" sldId="259"/>
            <ac:spMk id="20" creationId="{8DD3918B-211A-6112-0D67-F1DAFC5E224B}"/>
          </ac:spMkLst>
        </pc:spChg>
        <pc:spChg chg="add mod">
          <ac:chgData name="奨太 越智" userId="1e89b1c5ec8000ff" providerId="LiveId" clId="{C64DA74B-CE30-4CB4-AEC4-E35ED1190D6D}" dt="2026-06-12T07:04:53.087" v="135" actId="1076"/>
          <ac:spMkLst>
            <pc:docMk/>
            <pc:sldMk cId="1307111435" sldId="259"/>
            <ac:spMk id="23" creationId="{54972383-0E54-8C5D-D063-4870FED16618}"/>
          </ac:spMkLst>
        </pc:spChg>
        <pc:spChg chg="add mod">
          <ac:chgData name="奨太 越智" userId="1e89b1c5ec8000ff" providerId="LiveId" clId="{C64DA74B-CE30-4CB4-AEC4-E35ED1190D6D}" dt="2026-06-12T07:04:50.431" v="134" actId="1076"/>
          <ac:spMkLst>
            <pc:docMk/>
            <pc:sldMk cId="1307111435" sldId="259"/>
            <ac:spMk id="25" creationId="{575757C7-30BF-AE57-4B1A-C43295901A0E}"/>
          </ac:spMkLst>
        </pc:spChg>
        <pc:spChg chg="add mod">
          <ac:chgData name="奨太 越智" userId="1e89b1c5ec8000ff" providerId="LiveId" clId="{C64DA74B-CE30-4CB4-AEC4-E35ED1190D6D}" dt="2026-06-12T07:04:50.431" v="134" actId="1076"/>
          <ac:spMkLst>
            <pc:docMk/>
            <pc:sldMk cId="1307111435" sldId="259"/>
            <ac:spMk id="27" creationId="{67246963-FCC2-FE75-7B8A-2ACD3D07DC79}"/>
          </ac:spMkLst>
        </pc:spChg>
        <pc:spChg chg="add mod">
          <ac:chgData name="奨太 越智" userId="1e89b1c5ec8000ff" providerId="LiveId" clId="{C64DA74B-CE30-4CB4-AEC4-E35ED1190D6D}" dt="2026-06-12T07:04:45.362" v="133" actId="1076"/>
          <ac:spMkLst>
            <pc:docMk/>
            <pc:sldMk cId="1307111435" sldId="259"/>
            <ac:spMk id="29" creationId="{D237AEED-36A5-D470-E2BE-912086B4BB1F}"/>
          </ac:spMkLst>
        </pc:spChg>
        <pc:spChg chg="add mod">
          <ac:chgData name="奨太 越智" userId="1e89b1c5ec8000ff" providerId="LiveId" clId="{C64DA74B-CE30-4CB4-AEC4-E35ED1190D6D}" dt="2026-06-12T07:04:45.362" v="133" actId="1076"/>
          <ac:spMkLst>
            <pc:docMk/>
            <pc:sldMk cId="1307111435" sldId="259"/>
            <ac:spMk id="30" creationId="{64DD93C7-1437-ABF0-6D0D-820B4C0618FA}"/>
          </ac:spMkLst>
        </pc:spChg>
        <pc:spChg chg="add mod">
          <ac:chgData name="奨太 越智" userId="1e89b1c5ec8000ff" providerId="LiveId" clId="{C64DA74B-CE30-4CB4-AEC4-E35ED1190D6D}" dt="2026-06-12T07:37:34.372" v="590" actId="208"/>
          <ac:spMkLst>
            <pc:docMk/>
            <pc:sldMk cId="1307111435" sldId="259"/>
            <ac:spMk id="35" creationId="{F65806AC-DA28-19D1-9657-83D2F9534633}"/>
          </ac:spMkLst>
        </pc:spChg>
        <pc:spChg chg="mod">
          <ac:chgData name="奨太 越智" userId="1e89b1c5ec8000ff" providerId="LiveId" clId="{C64DA74B-CE30-4CB4-AEC4-E35ED1190D6D}" dt="2026-06-12T07:01:28.318" v="6" actId="1076"/>
          <ac:spMkLst>
            <pc:docMk/>
            <pc:sldMk cId="1307111435" sldId="259"/>
            <ac:spMk id="44" creationId="{9160EFD3-DD8E-1FC4-48B9-A91ED4F2F543}"/>
          </ac:spMkLst>
        </pc:spChg>
        <pc:spChg chg="mod">
          <ac:chgData name="奨太 越智" userId="1e89b1c5ec8000ff" providerId="LiveId" clId="{C64DA74B-CE30-4CB4-AEC4-E35ED1190D6D}" dt="2026-06-16T05:59:56.296" v="1132"/>
          <ac:spMkLst>
            <pc:docMk/>
            <pc:sldMk cId="1307111435" sldId="259"/>
            <ac:spMk id="46" creationId="{430F94F5-846C-5D92-FC32-A847B9507142}"/>
          </ac:spMkLst>
        </pc:spChg>
        <pc:spChg chg="mod">
          <ac:chgData name="奨太 越智" userId="1e89b1c5ec8000ff" providerId="LiveId" clId="{C64DA74B-CE30-4CB4-AEC4-E35ED1190D6D}" dt="2026-06-12T07:01:32.587" v="7" actId="1076"/>
          <ac:spMkLst>
            <pc:docMk/>
            <pc:sldMk cId="1307111435" sldId="259"/>
            <ac:spMk id="48" creationId="{C988B620-C562-23C0-8BC9-17EE66C0F40C}"/>
          </ac:spMkLst>
        </pc:spChg>
        <pc:cxnChg chg="mod">
          <ac:chgData name="奨太 越智" userId="1e89b1c5ec8000ff" providerId="LiveId" clId="{C64DA74B-CE30-4CB4-AEC4-E35ED1190D6D}" dt="2026-06-12T07:01:22.771" v="5" actId="1076"/>
          <ac:cxnSpMkLst>
            <pc:docMk/>
            <pc:sldMk cId="1307111435" sldId="259"/>
            <ac:cxnSpMk id="15" creationId="{8F2B8E28-0BD0-4E7C-E51D-60A84B4EF59B}"/>
          </ac:cxnSpMkLst>
        </pc:cxnChg>
      </pc:sldChg>
      <pc:sldChg chg="addSp delSp modSp mod">
        <pc:chgData name="奨太 越智" userId="1e89b1c5ec8000ff" providerId="LiveId" clId="{C64DA74B-CE30-4CB4-AEC4-E35ED1190D6D}" dt="2026-06-12T07:37:46.811" v="592"/>
        <pc:sldMkLst>
          <pc:docMk/>
          <pc:sldMk cId="2415329353" sldId="261"/>
        </pc:sldMkLst>
        <pc:spChg chg="ord">
          <ac:chgData name="奨太 越智" userId="1e89b1c5ec8000ff" providerId="LiveId" clId="{C64DA74B-CE30-4CB4-AEC4-E35ED1190D6D}" dt="2026-06-12T07:10:53.461" v="213" actId="166"/>
          <ac:spMkLst>
            <pc:docMk/>
            <pc:sldMk cId="2415329353" sldId="261"/>
            <ac:spMk id="2" creationId="{AC2B7C79-7DA8-CD1D-5FB5-F87836EBAE0F}"/>
          </ac:spMkLst>
        </pc:spChg>
        <pc:spChg chg="mod">
          <ac:chgData name="奨太 越智" userId="1e89b1c5ec8000ff" providerId="LiveId" clId="{C64DA74B-CE30-4CB4-AEC4-E35ED1190D6D}" dt="2026-06-12T07:13:16.866" v="240"/>
          <ac:spMkLst>
            <pc:docMk/>
            <pc:sldMk cId="2415329353" sldId="261"/>
            <ac:spMk id="3" creationId="{4EC344D5-C1DB-19E5-E39B-B38880549232}"/>
          </ac:spMkLst>
        </pc:spChg>
        <pc:spChg chg="mod">
          <ac:chgData name="奨太 越智" userId="1e89b1c5ec8000ff" providerId="LiveId" clId="{C64DA74B-CE30-4CB4-AEC4-E35ED1190D6D}" dt="2026-06-12T07:14:56.267" v="281" actId="1076"/>
          <ac:spMkLst>
            <pc:docMk/>
            <pc:sldMk cId="2415329353" sldId="261"/>
            <ac:spMk id="4" creationId="{AD1A8FBC-1C13-0BBE-5E29-C8F5F31C3DE2}"/>
          </ac:spMkLst>
        </pc:spChg>
        <pc:spChg chg="mod">
          <ac:chgData name="奨太 越智" userId="1e89b1c5ec8000ff" providerId="LiveId" clId="{C64DA74B-CE30-4CB4-AEC4-E35ED1190D6D}" dt="2026-06-12T07:13:16.866" v="240"/>
          <ac:spMkLst>
            <pc:docMk/>
            <pc:sldMk cId="2415329353" sldId="261"/>
            <ac:spMk id="6" creationId="{12FA079D-B602-043A-D8FD-ACBA2F777C32}"/>
          </ac:spMkLst>
        </pc:spChg>
        <pc:spChg chg="mod">
          <ac:chgData name="奨太 越智" userId="1e89b1c5ec8000ff" providerId="LiveId" clId="{C64DA74B-CE30-4CB4-AEC4-E35ED1190D6D}" dt="2026-06-12T07:10:57.093" v="214" actId="1076"/>
          <ac:spMkLst>
            <pc:docMk/>
            <pc:sldMk cId="2415329353" sldId="261"/>
            <ac:spMk id="21" creationId="{41F49EDB-E3A2-03A5-CB26-95C44B583F15}"/>
          </ac:spMkLst>
        </pc:spChg>
        <pc:spChg chg="mod">
          <ac:chgData name="奨太 越智" userId="1e89b1c5ec8000ff" providerId="LiveId" clId="{C64DA74B-CE30-4CB4-AEC4-E35ED1190D6D}" dt="2026-06-12T07:13:16.866" v="240"/>
          <ac:spMkLst>
            <pc:docMk/>
            <pc:sldMk cId="2415329353" sldId="261"/>
            <ac:spMk id="22" creationId="{7C7A693E-CBD4-06F8-2141-0B388B86FB03}"/>
          </ac:spMkLst>
        </pc:spChg>
        <pc:spChg chg="mod">
          <ac:chgData name="奨太 越智" userId="1e89b1c5ec8000ff" providerId="LiveId" clId="{C64DA74B-CE30-4CB4-AEC4-E35ED1190D6D}" dt="2026-06-12T07:13:33.034" v="244" actId="14100"/>
          <ac:spMkLst>
            <pc:docMk/>
            <pc:sldMk cId="2415329353" sldId="261"/>
            <ac:spMk id="32" creationId="{B6332CF4-55FD-8676-79A7-07F386B44A42}"/>
          </ac:spMkLst>
        </pc:spChg>
        <pc:spChg chg="mod">
          <ac:chgData name="奨太 越智" userId="1e89b1c5ec8000ff" providerId="LiveId" clId="{C64DA74B-CE30-4CB4-AEC4-E35ED1190D6D}" dt="2026-06-12T07:14:00.949" v="261" actId="404"/>
          <ac:spMkLst>
            <pc:docMk/>
            <pc:sldMk cId="2415329353" sldId="261"/>
            <ac:spMk id="34" creationId="{01326B1D-B05F-B58C-101B-C842AABB2B68}"/>
          </ac:spMkLst>
        </pc:spChg>
        <pc:spChg chg="mod">
          <ac:chgData name="奨太 越智" userId="1e89b1c5ec8000ff" providerId="LiveId" clId="{C64DA74B-CE30-4CB4-AEC4-E35ED1190D6D}" dt="2026-06-12T07:13:22.071" v="242" actId="1076"/>
          <ac:spMkLst>
            <pc:docMk/>
            <pc:sldMk cId="2415329353" sldId="261"/>
            <ac:spMk id="36" creationId="{0104CD78-766B-6433-4A27-2C05A48118A4}"/>
          </ac:spMkLst>
        </pc:spChg>
        <pc:spChg chg="mod">
          <ac:chgData name="奨太 越智" userId="1e89b1c5ec8000ff" providerId="LiveId" clId="{C64DA74B-CE30-4CB4-AEC4-E35ED1190D6D}" dt="2026-06-12T07:14:16.459" v="265"/>
          <ac:spMkLst>
            <pc:docMk/>
            <pc:sldMk cId="2415329353" sldId="261"/>
            <ac:spMk id="41" creationId="{ED230223-21C0-2AB8-0304-5DC5241A28A8}"/>
          </ac:spMkLst>
        </pc:spChg>
        <pc:spChg chg="mod">
          <ac:chgData name="奨太 越智" userId="1e89b1c5ec8000ff" providerId="LiveId" clId="{C64DA74B-CE30-4CB4-AEC4-E35ED1190D6D}" dt="2026-06-12T07:14:16.459" v="265"/>
          <ac:spMkLst>
            <pc:docMk/>
            <pc:sldMk cId="2415329353" sldId="261"/>
            <ac:spMk id="42" creationId="{9A39DFF2-9827-FDEA-0898-CA5232D791F2}"/>
          </ac:spMkLst>
        </pc:spChg>
        <pc:spChg chg="mod">
          <ac:chgData name="奨太 越智" userId="1e89b1c5ec8000ff" providerId="LiveId" clId="{C64DA74B-CE30-4CB4-AEC4-E35ED1190D6D}" dt="2026-06-12T07:14:16.459" v="265"/>
          <ac:spMkLst>
            <pc:docMk/>
            <pc:sldMk cId="2415329353" sldId="261"/>
            <ac:spMk id="43" creationId="{06581582-1EE5-32BA-CCA5-4567E94B96AE}"/>
          </ac:spMkLst>
        </pc:spChg>
        <pc:spChg chg="mod">
          <ac:chgData name="奨太 越智" userId="1e89b1c5ec8000ff" providerId="LiveId" clId="{C64DA74B-CE30-4CB4-AEC4-E35ED1190D6D}" dt="2026-06-12T07:14:30.624" v="276" actId="20577"/>
          <ac:spMkLst>
            <pc:docMk/>
            <pc:sldMk cId="2415329353" sldId="261"/>
            <ac:spMk id="48" creationId="{8AE50100-45BB-8D49-0E40-4F8E0841D81A}"/>
          </ac:spMkLst>
        </pc:spChg>
        <pc:spChg chg="mod">
          <ac:chgData name="奨太 越智" userId="1e89b1c5ec8000ff" providerId="LiveId" clId="{C64DA74B-CE30-4CB4-AEC4-E35ED1190D6D}" dt="2026-06-12T07:14:25.341" v="270" actId="1076"/>
          <ac:spMkLst>
            <pc:docMk/>
            <pc:sldMk cId="2415329353" sldId="261"/>
            <ac:spMk id="49" creationId="{27418B76-A433-9862-2B45-F90848F34966}"/>
          </ac:spMkLst>
        </pc:spChg>
        <pc:spChg chg="mod">
          <ac:chgData name="奨太 越智" userId="1e89b1c5ec8000ff" providerId="LiveId" clId="{C64DA74B-CE30-4CB4-AEC4-E35ED1190D6D}" dt="2026-06-12T07:14:16.459" v="265"/>
          <ac:spMkLst>
            <pc:docMk/>
            <pc:sldMk cId="2415329353" sldId="261"/>
            <ac:spMk id="50" creationId="{FC2CBF1F-E731-913A-5374-296545067DF3}"/>
          </ac:spMkLst>
        </pc:spChg>
        <pc:spChg chg="mod">
          <ac:chgData name="奨太 越智" userId="1e89b1c5ec8000ff" providerId="LiveId" clId="{C64DA74B-CE30-4CB4-AEC4-E35ED1190D6D}" dt="2026-06-12T07:14:19.458" v="267"/>
          <ac:spMkLst>
            <pc:docMk/>
            <pc:sldMk cId="2415329353" sldId="261"/>
            <ac:spMk id="53" creationId="{D7FBDACF-7E0D-5B68-260A-CE325E9C7D08}"/>
          </ac:spMkLst>
        </pc:spChg>
        <pc:spChg chg="mod">
          <ac:chgData name="奨太 越智" userId="1e89b1c5ec8000ff" providerId="LiveId" clId="{C64DA74B-CE30-4CB4-AEC4-E35ED1190D6D}" dt="2026-06-12T07:14:19.458" v="267"/>
          <ac:spMkLst>
            <pc:docMk/>
            <pc:sldMk cId="2415329353" sldId="261"/>
            <ac:spMk id="54" creationId="{D817F3D9-7A85-3A5A-0844-BFDDC511F676}"/>
          </ac:spMkLst>
        </pc:spChg>
        <pc:spChg chg="mod">
          <ac:chgData name="奨太 越智" userId="1e89b1c5ec8000ff" providerId="LiveId" clId="{C64DA74B-CE30-4CB4-AEC4-E35ED1190D6D}" dt="2026-06-12T07:14:19.458" v="267"/>
          <ac:spMkLst>
            <pc:docMk/>
            <pc:sldMk cId="2415329353" sldId="261"/>
            <ac:spMk id="55" creationId="{2B5B6551-3B20-C9E6-6979-907A02A403E8}"/>
          </ac:spMkLst>
        </pc:spChg>
        <pc:spChg chg="mod">
          <ac:chgData name="奨太 越智" userId="1e89b1c5ec8000ff" providerId="LiveId" clId="{C64DA74B-CE30-4CB4-AEC4-E35ED1190D6D}" dt="2026-06-12T07:14:35.456" v="280" actId="20577"/>
          <ac:spMkLst>
            <pc:docMk/>
            <pc:sldMk cId="2415329353" sldId="261"/>
            <ac:spMk id="59" creationId="{1920F7F8-B80C-FD4D-BE09-511C2BE15E85}"/>
          </ac:spMkLst>
        </pc:spChg>
        <pc:spChg chg="mod">
          <ac:chgData name="奨太 越智" userId="1e89b1c5ec8000ff" providerId="LiveId" clId="{C64DA74B-CE30-4CB4-AEC4-E35ED1190D6D}" dt="2026-06-12T07:14:19.458" v="267"/>
          <ac:spMkLst>
            <pc:docMk/>
            <pc:sldMk cId="2415329353" sldId="261"/>
            <ac:spMk id="60" creationId="{357E2557-EEE6-3E91-950C-F127FE3109AE}"/>
          </ac:spMkLst>
        </pc:spChg>
        <pc:spChg chg="mod">
          <ac:chgData name="奨太 越智" userId="1e89b1c5ec8000ff" providerId="LiveId" clId="{C64DA74B-CE30-4CB4-AEC4-E35ED1190D6D}" dt="2026-06-12T07:14:19.458" v="267"/>
          <ac:spMkLst>
            <pc:docMk/>
            <pc:sldMk cId="2415329353" sldId="261"/>
            <ac:spMk id="61" creationId="{7E0C6F7C-30CB-07EF-1FF0-ED81FC6FB695}"/>
          </ac:spMkLst>
        </pc:spChg>
        <pc:grpChg chg="add mod">
          <ac:chgData name="奨太 越智" userId="1e89b1c5ec8000ff" providerId="LiveId" clId="{C64DA74B-CE30-4CB4-AEC4-E35ED1190D6D}" dt="2026-06-12T07:13:16.866" v="240"/>
          <ac:grpSpMkLst>
            <pc:docMk/>
            <pc:sldMk cId="2415329353" sldId="261"/>
            <ac:grpSpMk id="5" creationId="{38DA0D45-9F42-3FB2-4934-F7F9F3F8D113}"/>
          </ac:grpSpMkLst>
        </pc:grpChg>
        <pc:grpChg chg="add mod">
          <ac:chgData name="奨太 越智" userId="1e89b1c5ec8000ff" providerId="LiveId" clId="{C64DA74B-CE30-4CB4-AEC4-E35ED1190D6D}" dt="2026-06-12T07:13:16.866" v="240"/>
          <ac:grpSpMkLst>
            <pc:docMk/>
            <pc:sldMk cId="2415329353" sldId="261"/>
            <ac:grpSpMk id="7" creationId="{03710E74-9C22-5292-F9EE-9E33360D3598}"/>
          </ac:grpSpMkLst>
        </pc:grpChg>
        <pc:grpChg chg="add mod">
          <ac:chgData name="奨太 越智" userId="1e89b1c5ec8000ff" providerId="LiveId" clId="{C64DA74B-CE30-4CB4-AEC4-E35ED1190D6D}" dt="2026-06-12T07:14:19.163" v="266" actId="1076"/>
          <ac:grpSpMkLst>
            <pc:docMk/>
            <pc:sldMk cId="2415329353" sldId="261"/>
            <ac:grpSpMk id="39" creationId="{46870DC5-151F-8E5B-A1F5-F9D0DF638D37}"/>
          </ac:grpSpMkLst>
        </pc:grpChg>
        <pc:grpChg chg="mod">
          <ac:chgData name="奨太 越智" userId="1e89b1c5ec8000ff" providerId="LiveId" clId="{C64DA74B-CE30-4CB4-AEC4-E35ED1190D6D}" dt="2026-06-12T07:14:16.459" v="265"/>
          <ac:grpSpMkLst>
            <pc:docMk/>
            <pc:sldMk cId="2415329353" sldId="261"/>
            <ac:grpSpMk id="40" creationId="{AE2D1D72-E3F0-3633-F325-F64C17AA3679}"/>
          </ac:grpSpMkLst>
        </pc:grpChg>
        <pc:grpChg chg="add mod">
          <ac:chgData name="奨太 越智" userId="1e89b1c5ec8000ff" providerId="LiveId" clId="{C64DA74B-CE30-4CB4-AEC4-E35ED1190D6D}" dt="2026-06-12T07:14:21.385" v="268" actId="1076"/>
          <ac:grpSpMkLst>
            <pc:docMk/>
            <pc:sldMk cId="2415329353" sldId="261"/>
            <ac:grpSpMk id="51" creationId="{582A6D36-5DDA-8CEE-0AFF-F9D59A32CB40}"/>
          </ac:grpSpMkLst>
        </pc:grpChg>
        <pc:grpChg chg="mod">
          <ac:chgData name="奨太 越智" userId="1e89b1c5ec8000ff" providerId="LiveId" clId="{C64DA74B-CE30-4CB4-AEC4-E35ED1190D6D}" dt="2026-06-12T07:14:19.458" v="267"/>
          <ac:grpSpMkLst>
            <pc:docMk/>
            <pc:sldMk cId="2415329353" sldId="261"/>
            <ac:grpSpMk id="52" creationId="{DEAD174D-5E04-865B-BC86-3681F88B6712}"/>
          </ac:grpSpMkLst>
        </pc:grpChg>
        <pc:cxnChg chg="mod">
          <ac:chgData name="奨太 越智" userId="1e89b1c5ec8000ff" providerId="LiveId" clId="{C64DA74B-CE30-4CB4-AEC4-E35ED1190D6D}" dt="2026-06-12T07:13:16.866" v="240"/>
          <ac:cxnSpMkLst>
            <pc:docMk/>
            <pc:sldMk cId="2415329353" sldId="261"/>
            <ac:cxnSpMk id="24" creationId="{77C15786-FCFE-58EE-AEA4-35CDF8A5CF4C}"/>
          </ac:cxnSpMkLst>
        </pc:cxnChg>
        <pc:cxnChg chg="mod">
          <ac:chgData name="奨太 越智" userId="1e89b1c5ec8000ff" providerId="LiveId" clId="{C64DA74B-CE30-4CB4-AEC4-E35ED1190D6D}" dt="2026-06-12T07:13:35.465" v="245" actId="1076"/>
          <ac:cxnSpMkLst>
            <pc:docMk/>
            <pc:sldMk cId="2415329353" sldId="261"/>
            <ac:cxnSpMk id="26" creationId="{7EB0BEBF-2DEC-D310-9D82-1D9946783BF4}"/>
          </ac:cxnSpMkLst>
        </pc:cxnChg>
        <pc:cxnChg chg="mod">
          <ac:chgData name="奨太 越智" userId="1e89b1c5ec8000ff" providerId="LiveId" clId="{C64DA74B-CE30-4CB4-AEC4-E35ED1190D6D}" dt="2026-06-12T07:13:16.866" v="240"/>
          <ac:cxnSpMkLst>
            <pc:docMk/>
            <pc:sldMk cId="2415329353" sldId="261"/>
            <ac:cxnSpMk id="31" creationId="{ADA0821A-C251-FF78-A5FF-7113599DF68E}"/>
          </ac:cxnSpMkLst>
        </pc:cxnChg>
        <pc:cxnChg chg="mod">
          <ac:chgData name="奨太 越智" userId="1e89b1c5ec8000ff" providerId="LiveId" clId="{C64DA74B-CE30-4CB4-AEC4-E35ED1190D6D}" dt="2026-06-12T07:14:16.459" v="265"/>
          <ac:cxnSpMkLst>
            <pc:docMk/>
            <pc:sldMk cId="2415329353" sldId="261"/>
            <ac:cxnSpMk id="45" creationId="{8932CD9E-1948-F92C-4C16-9122D3D84DCF}"/>
          </ac:cxnSpMkLst>
        </pc:cxnChg>
        <pc:cxnChg chg="mod">
          <ac:chgData name="奨太 越智" userId="1e89b1c5ec8000ff" providerId="LiveId" clId="{C64DA74B-CE30-4CB4-AEC4-E35ED1190D6D}" dt="2026-06-12T07:14:16.459" v="265"/>
          <ac:cxnSpMkLst>
            <pc:docMk/>
            <pc:sldMk cId="2415329353" sldId="261"/>
            <ac:cxnSpMk id="47" creationId="{652357F5-CFBB-C396-5A00-EAB60D1EDBF4}"/>
          </ac:cxnSpMkLst>
        </pc:cxnChg>
        <pc:cxnChg chg="mod">
          <ac:chgData name="奨太 越智" userId="1e89b1c5ec8000ff" providerId="LiveId" clId="{C64DA74B-CE30-4CB4-AEC4-E35ED1190D6D}" dt="2026-06-12T07:14:19.458" v="267"/>
          <ac:cxnSpMkLst>
            <pc:docMk/>
            <pc:sldMk cId="2415329353" sldId="261"/>
            <ac:cxnSpMk id="57" creationId="{9505D3A3-D28E-322D-2B3F-1ADB26470212}"/>
          </ac:cxnSpMkLst>
        </pc:cxnChg>
        <pc:cxnChg chg="mod">
          <ac:chgData name="奨太 越智" userId="1e89b1c5ec8000ff" providerId="LiveId" clId="{C64DA74B-CE30-4CB4-AEC4-E35ED1190D6D}" dt="2026-06-12T07:14:19.458" v="267"/>
          <ac:cxnSpMkLst>
            <pc:docMk/>
            <pc:sldMk cId="2415329353" sldId="261"/>
            <ac:cxnSpMk id="58" creationId="{8DC6ACF6-B275-553B-7C18-128713035E36}"/>
          </ac:cxnSpMkLst>
        </pc:cxnChg>
      </pc:sldChg>
      <pc:sldChg chg="addSp delSp modSp mod">
        <pc:chgData name="奨太 越智" userId="1e89b1c5ec8000ff" providerId="LiveId" clId="{C64DA74B-CE30-4CB4-AEC4-E35ED1190D6D}" dt="2026-06-15T06:20:02.268" v="915" actId="1076"/>
        <pc:sldMkLst>
          <pc:docMk/>
          <pc:sldMk cId="3501879787" sldId="262"/>
        </pc:sldMkLst>
        <pc:spChg chg="add mod">
          <ac:chgData name="奨太 越智" userId="1e89b1c5ec8000ff" providerId="LiveId" clId="{C64DA74B-CE30-4CB4-AEC4-E35ED1190D6D}" dt="2026-06-12T07:33:02.346" v="565" actId="1076"/>
          <ac:spMkLst>
            <pc:docMk/>
            <pc:sldMk cId="3501879787" sldId="262"/>
            <ac:spMk id="3" creationId="{FBFEADAD-85BC-5461-4CB8-15EE51540C9F}"/>
          </ac:spMkLst>
        </pc:spChg>
        <pc:spChg chg="mod">
          <ac:chgData name="奨太 越智" userId="1e89b1c5ec8000ff" providerId="LiveId" clId="{C64DA74B-CE30-4CB4-AEC4-E35ED1190D6D}" dt="2026-06-15T06:16:40.837" v="841"/>
          <ac:spMkLst>
            <pc:docMk/>
            <pc:sldMk cId="3501879787" sldId="262"/>
            <ac:spMk id="6" creationId="{06CBA1C8-D706-D0A2-5A5C-D86040053D76}"/>
          </ac:spMkLst>
        </pc:spChg>
        <pc:spChg chg="mod">
          <ac:chgData name="奨太 越智" userId="1e89b1c5ec8000ff" providerId="LiveId" clId="{C64DA74B-CE30-4CB4-AEC4-E35ED1190D6D}" dt="2026-06-15T06:19:35.364" v="893" actId="1076"/>
          <ac:spMkLst>
            <pc:docMk/>
            <pc:sldMk cId="3501879787" sldId="262"/>
            <ac:spMk id="39" creationId="{E8F564A8-6F6C-CEA1-C088-3CA067E0F155}"/>
          </ac:spMkLst>
        </pc:spChg>
        <pc:spChg chg="mod">
          <ac:chgData name="奨太 越智" userId="1e89b1c5ec8000ff" providerId="LiveId" clId="{C64DA74B-CE30-4CB4-AEC4-E35ED1190D6D}" dt="2026-06-15T06:19:29.046" v="892" actId="1076"/>
          <ac:spMkLst>
            <pc:docMk/>
            <pc:sldMk cId="3501879787" sldId="262"/>
            <ac:spMk id="41" creationId="{A335991E-88B3-EE0F-339C-BDBD68864CF1}"/>
          </ac:spMkLst>
        </pc:spChg>
        <pc:spChg chg="mod">
          <ac:chgData name="奨太 越智" userId="1e89b1c5ec8000ff" providerId="LiveId" clId="{C64DA74B-CE30-4CB4-AEC4-E35ED1190D6D}" dt="2026-06-15T06:18:17.987" v="884" actId="1076"/>
          <ac:spMkLst>
            <pc:docMk/>
            <pc:sldMk cId="3501879787" sldId="262"/>
            <ac:spMk id="44" creationId="{EE6BD248-FE2C-081E-E823-747EF3443083}"/>
          </ac:spMkLst>
        </pc:spChg>
        <pc:spChg chg="mod">
          <ac:chgData name="奨太 越智" userId="1e89b1c5ec8000ff" providerId="LiveId" clId="{C64DA74B-CE30-4CB4-AEC4-E35ED1190D6D}" dt="2026-06-15T06:18:12.155" v="883" actId="1035"/>
          <ac:spMkLst>
            <pc:docMk/>
            <pc:sldMk cId="3501879787" sldId="262"/>
            <ac:spMk id="45" creationId="{661B4D66-62F7-9C1A-F905-A026CDE22ABB}"/>
          </ac:spMkLst>
        </pc:spChg>
        <pc:spChg chg="mod">
          <ac:chgData name="奨太 越智" userId="1e89b1c5ec8000ff" providerId="LiveId" clId="{C64DA74B-CE30-4CB4-AEC4-E35ED1190D6D}" dt="2026-06-12T07:20:36.524" v="299" actId="20577"/>
          <ac:spMkLst>
            <pc:docMk/>
            <pc:sldMk cId="3501879787" sldId="262"/>
            <ac:spMk id="46" creationId="{6F5D0787-68C8-361C-DC10-6A9008631C49}"/>
          </ac:spMkLst>
        </pc:spChg>
        <pc:spChg chg="mod">
          <ac:chgData name="奨太 越智" userId="1e89b1c5ec8000ff" providerId="LiveId" clId="{C64DA74B-CE30-4CB4-AEC4-E35ED1190D6D}" dt="2026-06-15T06:18:02.543" v="869" actId="1076"/>
          <ac:spMkLst>
            <pc:docMk/>
            <pc:sldMk cId="3501879787" sldId="262"/>
            <ac:spMk id="47" creationId="{3FD01569-A7B0-D9D2-D682-4F670463B778}"/>
          </ac:spMkLst>
        </pc:spChg>
        <pc:spChg chg="mod">
          <ac:chgData name="奨太 越智" userId="1e89b1c5ec8000ff" providerId="LiveId" clId="{C64DA74B-CE30-4CB4-AEC4-E35ED1190D6D}" dt="2026-06-15T06:17:30.399" v="864" actId="1076"/>
          <ac:spMkLst>
            <pc:docMk/>
            <pc:sldMk cId="3501879787" sldId="262"/>
            <ac:spMk id="48" creationId="{3CCF570A-FFDB-4376-C54F-8BD7EC532CED}"/>
          </ac:spMkLst>
        </pc:spChg>
        <pc:spChg chg="mod">
          <ac:chgData name="奨太 越智" userId="1e89b1c5ec8000ff" providerId="LiveId" clId="{C64DA74B-CE30-4CB4-AEC4-E35ED1190D6D}" dt="2026-06-15T06:18:23.075" v="885"/>
          <ac:spMkLst>
            <pc:docMk/>
            <pc:sldMk cId="3501879787" sldId="262"/>
            <ac:spMk id="101" creationId="{8B478192-BAF2-681E-1D8C-08E2DBF36CCB}"/>
          </ac:spMkLst>
        </pc:spChg>
        <pc:spChg chg="mod">
          <ac:chgData name="奨太 越智" userId="1e89b1c5ec8000ff" providerId="LiveId" clId="{C64DA74B-CE30-4CB4-AEC4-E35ED1190D6D}" dt="2026-06-15T06:18:23.075" v="885"/>
          <ac:spMkLst>
            <pc:docMk/>
            <pc:sldMk cId="3501879787" sldId="262"/>
            <ac:spMk id="105" creationId="{EA13F7DC-9D62-7305-E199-F52FDB837297}"/>
          </ac:spMkLst>
        </pc:spChg>
        <pc:spChg chg="mod">
          <ac:chgData name="奨太 越智" userId="1e89b1c5ec8000ff" providerId="LiveId" clId="{C64DA74B-CE30-4CB4-AEC4-E35ED1190D6D}" dt="2026-06-15T06:18:23.075" v="885"/>
          <ac:spMkLst>
            <pc:docMk/>
            <pc:sldMk cId="3501879787" sldId="262"/>
            <ac:spMk id="106" creationId="{7443F958-4706-E41C-1DC5-F650E38E6F5F}"/>
          </ac:spMkLst>
        </pc:spChg>
        <pc:spChg chg="mod">
          <ac:chgData name="奨太 越智" userId="1e89b1c5ec8000ff" providerId="LiveId" clId="{C64DA74B-CE30-4CB4-AEC4-E35ED1190D6D}" dt="2026-06-15T06:18:23.075" v="885"/>
          <ac:spMkLst>
            <pc:docMk/>
            <pc:sldMk cId="3501879787" sldId="262"/>
            <ac:spMk id="107" creationId="{36A98FD8-3872-4060-AF89-46E9B33A73FC}"/>
          </ac:spMkLst>
        </pc:spChg>
        <pc:spChg chg="mod">
          <ac:chgData name="奨太 越智" userId="1e89b1c5ec8000ff" providerId="LiveId" clId="{C64DA74B-CE30-4CB4-AEC4-E35ED1190D6D}" dt="2026-06-15T06:18:23.075" v="885"/>
          <ac:spMkLst>
            <pc:docMk/>
            <pc:sldMk cId="3501879787" sldId="262"/>
            <ac:spMk id="108" creationId="{5A0E9AEE-F38A-BA27-EC67-537475EF65AD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11" creationId="{980485E4-D492-8B9B-878F-BDC4074755F6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15" creationId="{29B7B82E-14FF-9E1C-8439-151566488123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16" creationId="{8C0394D4-C54C-7459-41A1-AD5E6E6656FA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17" creationId="{BC400877-F5A0-DA36-B3AC-037A8EC0227B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18" creationId="{B688DC4D-E3AB-3FCA-BEBB-3C70215015D2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21" creationId="{D5CF76F8-7562-B572-14AB-4710C9EC0A08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25" creationId="{B7CDF3A6-D642-5A76-329D-6B341E563947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26" creationId="{988C67D7-0C0C-2691-D752-4946224DE156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27" creationId="{FC4B353E-5D83-9E6F-9B92-E8DBE6C7B935}"/>
          </ac:spMkLst>
        </pc:spChg>
        <pc:spChg chg="mod">
          <ac:chgData name="奨太 越智" userId="1e89b1c5ec8000ff" providerId="LiveId" clId="{C64DA74B-CE30-4CB4-AEC4-E35ED1190D6D}" dt="2026-06-15T06:18:29.943" v="888"/>
          <ac:spMkLst>
            <pc:docMk/>
            <pc:sldMk cId="3501879787" sldId="262"/>
            <ac:spMk id="128" creationId="{CDCA41B6-BD38-40F0-17A7-D66E959583B6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31" creationId="{13536C46-F0D9-B009-FA35-D362638A396A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35" creationId="{3FF18513-2131-D3E5-5A5C-DE5F4BF57683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36" creationId="{03C45519-21D9-0AD9-7404-B86B5D212708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37" creationId="{F3D9BFD5-1D4A-1608-17D9-02941FA97432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38" creationId="{131619FE-D6E2-6A9E-D3F4-C550AA82D719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41" creationId="{9DF965A4-62B9-B7BE-66AB-10E43E1AC1F3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45" creationId="{65EDA1CA-8B2E-1725-2EB6-EDE4FE2F9951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46" creationId="{7CE12F20-8A12-2A69-0EE3-307A6ED07786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47" creationId="{312E084E-EB64-07B4-8FD5-ECEA3C2D539A}"/>
          </ac:spMkLst>
        </pc:spChg>
        <pc:spChg chg="mod">
          <ac:chgData name="奨太 越智" userId="1e89b1c5ec8000ff" providerId="LiveId" clId="{C64DA74B-CE30-4CB4-AEC4-E35ED1190D6D}" dt="2026-06-15T06:18:37.463" v="890"/>
          <ac:spMkLst>
            <pc:docMk/>
            <pc:sldMk cId="3501879787" sldId="262"/>
            <ac:spMk id="148" creationId="{10F2ACFD-3007-97CD-D76F-103E9C95BC55}"/>
          </ac:spMkLst>
        </pc:spChg>
        <pc:spChg chg="add mod">
          <ac:chgData name="奨太 越智" userId="1e89b1c5ec8000ff" providerId="LiveId" clId="{C64DA74B-CE30-4CB4-AEC4-E35ED1190D6D}" dt="2026-06-15T06:20:02.268" v="915" actId="1076"/>
          <ac:spMkLst>
            <pc:docMk/>
            <pc:sldMk cId="3501879787" sldId="262"/>
            <ac:spMk id="150" creationId="{579BAD53-F765-3548-EC29-41072E685937}"/>
          </ac:spMkLst>
        </pc:spChg>
        <pc:grpChg chg="add mod">
          <ac:chgData name="奨太 越智" userId="1e89b1c5ec8000ff" providerId="LiveId" clId="{C64DA74B-CE30-4CB4-AEC4-E35ED1190D6D}" dt="2026-06-15T06:18:27.035" v="887" actId="1076"/>
          <ac:grpSpMkLst>
            <pc:docMk/>
            <pc:sldMk cId="3501879787" sldId="262"/>
            <ac:grpSpMk id="100" creationId="{4757E903-BBA6-8729-06C1-28EFE8B0D5F1}"/>
          </ac:grpSpMkLst>
        </pc:grpChg>
        <pc:grpChg chg="mod">
          <ac:chgData name="奨太 越智" userId="1e89b1c5ec8000ff" providerId="LiveId" clId="{C64DA74B-CE30-4CB4-AEC4-E35ED1190D6D}" dt="2026-06-15T06:18:33.983" v="889" actId="1076"/>
          <ac:grpSpMkLst>
            <pc:docMk/>
            <pc:sldMk cId="3501879787" sldId="262"/>
            <ac:grpSpMk id="110" creationId="{BE44E44E-C075-1515-17D8-B4A8F79E1136}"/>
          </ac:grpSpMkLst>
        </pc:grpChg>
        <pc:grpChg chg="mod">
          <ac:chgData name="奨太 越智" userId="1e89b1c5ec8000ff" providerId="LiveId" clId="{C64DA74B-CE30-4CB4-AEC4-E35ED1190D6D}" dt="2026-06-15T06:18:33.983" v="889" actId="1076"/>
          <ac:grpSpMkLst>
            <pc:docMk/>
            <pc:sldMk cId="3501879787" sldId="262"/>
            <ac:grpSpMk id="120" creationId="{7672CFF8-C048-F25F-C5D1-53AB85AF7ABA}"/>
          </ac:grpSpMkLst>
        </pc:grpChg>
        <pc:grpChg chg="mod">
          <ac:chgData name="奨太 越智" userId="1e89b1c5ec8000ff" providerId="LiveId" clId="{C64DA74B-CE30-4CB4-AEC4-E35ED1190D6D}" dt="2026-06-15T06:18:41.924" v="891" actId="1076"/>
          <ac:grpSpMkLst>
            <pc:docMk/>
            <pc:sldMk cId="3501879787" sldId="262"/>
            <ac:grpSpMk id="130" creationId="{A4075325-2CE2-3F78-B45B-279EA510C6D5}"/>
          </ac:grpSpMkLst>
        </pc:grpChg>
        <pc:grpChg chg="mod">
          <ac:chgData name="奨太 越智" userId="1e89b1c5ec8000ff" providerId="LiveId" clId="{C64DA74B-CE30-4CB4-AEC4-E35ED1190D6D}" dt="2026-06-15T06:18:41.924" v="891" actId="1076"/>
          <ac:grpSpMkLst>
            <pc:docMk/>
            <pc:sldMk cId="3501879787" sldId="262"/>
            <ac:grpSpMk id="140" creationId="{B174B9C2-BB0A-0CF0-231A-5309C6680109}"/>
          </ac:grpSpMkLst>
        </pc:grpChg>
        <pc:cxnChg chg="mod">
          <ac:chgData name="奨太 越智" userId="1e89b1c5ec8000ff" providerId="LiveId" clId="{C64DA74B-CE30-4CB4-AEC4-E35ED1190D6D}" dt="2026-06-15T06:17:41.846" v="866" actId="1076"/>
          <ac:cxnSpMkLst>
            <pc:docMk/>
            <pc:sldMk cId="3501879787" sldId="262"/>
            <ac:cxnSpMk id="42" creationId="{C5E71F79-E25B-A012-2AC5-F98B42AD2984}"/>
          </ac:cxnSpMkLst>
        </pc:cxnChg>
        <pc:cxnChg chg="mod">
          <ac:chgData name="奨太 越智" userId="1e89b1c5ec8000ff" providerId="LiveId" clId="{C64DA74B-CE30-4CB4-AEC4-E35ED1190D6D}" dt="2026-06-15T06:18:06.792" v="870" actId="1076"/>
          <ac:cxnSpMkLst>
            <pc:docMk/>
            <pc:sldMk cId="3501879787" sldId="262"/>
            <ac:cxnSpMk id="49" creationId="{36691C35-23AC-547E-20C5-2D06268E651B}"/>
          </ac:cxnSpMkLst>
        </pc:cxnChg>
        <pc:cxnChg chg="mod">
          <ac:chgData name="奨太 越智" userId="1e89b1c5ec8000ff" providerId="LiveId" clId="{C64DA74B-CE30-4CB4-AEC4-E35ED1190D6D}" dt="2026-06-15T06:18:23.075" v="885"/>
          <ac:cxnSpMkLst>
            <pc:docMk/>
            <pc:sldMk cId="3501879787" sldId="262"/>
            <ac:cxnSpMk id="102" creationId="{BB30767A-321F-7410-6198-B014D6FFC8C0}"/>
          </ac:cxnSpMkLst>
        </pc:cxnChg>
        <pc:cxnChg chg="mod">
          <ac:chgData name="奨太 越智" userId="1e89b1c5ec8000ff" providerId="LiveId" clId="{C64DA74B-CE30-4CB4-AEC4-E35ED1190D6D}" dt="2026-06-15T06:18:23.075" v="885"/>
          <ac:cxnSpMkLst>
            <pc:docMk/>
            <pc:sldMk cId="3501879787" sldId="262"/>
            <ac:cxnSpMk id="103" creationId="{E5DEEFDF-357D-C992-0D59-91300FE03D85}"/>
          </ac:cxnSpMkLst>
        </pc:cxnChg>
        <pc:cxnChg chg="mod">
          <ac:chgData name="奨太 越智" userId="1e89b1c5ec8000ff" providerId="LiveId" clId="{C64DA74B-CE30-4CB4-AEC4-E35ED1190D6D}" dt="2026-06-15T06:18:23.075" v="885"/>
          <ac:cxnSpMkLst>
            <pc:docMk/>
            <pc:sldMk cId="3501879787" sldId="262"/>
            <ac:cxnSpMk id="104" creationId="{A135CD7D-3FAD-048B-D66B-0A3F7F10AF5F}"/>
          </ac:cxnSpMkLst>
        </pc:cxnChg>
        <pc:cxnChg chg="mod">
          <ac:chgData name="奨太 越智" userId="1e89b1c5ec8000ff" providerId="LiveId" clId="{C64DA74B-CE30-4CB4-AEC4-E35ED1190D6D}" dt="2026-06-15T06:18:23.075" v="885"/>
          <ac:cxnSpMkLst>
            <pc:docMk/>
            <pc:sldMk cId="3501879787" sldId="262"/>
            <ac:cxnSpMk id="109" creationId="{8FA1A4B8-CD04-DF00-0AE1-17844391104B}"/>
          </ac:cxnSpMkLst>
        </pc:cxnChg>
      </pc:sldChg>
      <pc:sldChg chg="addSp delSp modSp mod">
        <pc:chgData name="奨太 越智" userId="1e89b1c5ec8000ff" providerId="LiveId" clId="{C64DA74B-CE30-4CB4-AEC4-E35ED1190D6D}" dt="2026-06-15T06:20:34.130" v="917" actId="207"/>
        <pc:sldMkLst>
          <pc:docMk/>
          <pc:sldMk cId="530921877" sldId="263"/>
        </pc:sldMkLst>
        <pc:spChg chg="mod">
          <ac:chgData name="奨太 越智" userId="1e89b1c5ec8000ff" providerId="LiveId" clId="{C64DA74B-CE30-4CB4-AEC4-E35ED1190D6D}" dt="2026-06-15T06:10:56.841" v="730" actId="164"/>
          <ac:spMkLst>
            <pc:docMk/>
            <pc:sldMk cId="530921877" sldId="263"/>
            <ac:spMk id="3" creationId="{5F5A7073-3551-3450-ED29-BD8B0ABD6B57}"/>
          </ac:spMkLst>
        </pc:spChg>
        <pc:spChg chg="mod">
          <ac:chgData name="奨太 越智" userId="1e89b1c5ec8000ff" providerId="LiveId" clId="{C64DA74B-CE30-4CB4-AEC4-E35ED1190D6D}" dt="2026-06-15T06:10:56.841" v="730" actId="164"/>
          <ac:spMkLst>
            <pc:docMk/>
            <pc:sldMk cId="530921877" sldId="263"/>
            <ac:spMk id="8" creationId="{131FA8A6-7D42-0C53-BDA4-88FF627FE7C0}"/>
          </ac:spMkLst>
        </pc:spChg>
        <pc:spChg chg="mod">
          <ac:chgData name="奨太 越智" userId="1e89b1c5ec8000ff" providerId="LiveId" clId="{C64DA74B-CE30-4CB4-AEC4-E35ED1190D6D}" dt="2026-06-15T06:10:56.841" v="730" actId="164"/>
          <ac:spMkLst>
            <pc:docMk/>
            <pc:sldMk cId="530921877" sldId="263"/>
            <ac:spMk id="9" creationId="{318F48FF-43F7-93D5-6123-B5408ECF91F9}"/>
          </ac:spMkLst>
        </pc:spChg>
        <pc:spChg chg="mod">
          <ac:chgData name="奨太 越智" userId="1e89b1c5ec8000ff" providerId="LiveId" clId="{C64DA74B-CE30-4CB4-AEC4-E35ED1190D6D}" dt="2026-06-15T06:11:13.964" v="739" actId="1035"/>
          <ac:spMkLst>
            <pc:docMk/>
            <pc:sldMk cId="530921877" sldId="263"/>
            <ac:spMk id="10" creationId="{C4A04586-4C84-E8D0-19B3-7ACAE9FEE782}"/>
          </ac:spMkLst>
        </pc:spChg>
        <pc:spChg chg="add mod">
          <ac:chgData name="奨太 越智" userId="1e89b1c5ec8000ff" providerId="LiveId" clId="{C64DA74B-CE30-4CB4-AEC4-E35ED1190D6D}" dt="2026-06-15T06:10:56.841" v="730" actId="164"/>
          <ac:spMkLst>
            <pc:docMk/>
            <pc:sldMk cId="530921877" sldId="263"/>
            <ac:spMk id="13" creationId="{6FA4080F-579C-841A-2803-7FDAEBC76173}"/>
          </ac:spMkLst>
        </pc:spChg>
        <pc:spChg chg="mod">
          <ac:chgData name="奨太 越智" userId="1e89b1c5ec8000ff" providerId="LiveId" clId="{C64DA74B-CE30-4CB4-AEC4-E35ED1190D6D}" dt="2026-06-15T06:11:19.323" v="740"/>
          <ac:spMkLst>
            <pc:docMk/>
            <pc:sldMk cId="530921877" sldId="263"/>
            <ac:spMk id="32" creationId="{2C9579DA-02F6-8531-023A-A2C11A9D318A}"/>
          </ac:spMkLst>
        </pc:spChg>
        <pc:spChg chg="mod">
          <ac:chgData name="奨太 越智" userId="1e89b1c5ec8000ff" providerId="LiveId" clId="{C64DA74B-CE30-4CB4-AEC4-E35ED1190D6D}" dt="2026-06-15T06:11:19.323" v="740"/>
          <ac:spMkLst>
            <pc:docMk/>
            <pc:sldMk cId="530921877" sldId="263"/>
            <ac:spMk id="47" creationId="{91E9B74D-102F-9A0C-75CD-A87FD84E3927}"/>
          </ac:spMkLst>
        </pc:spChg>
        <pc:spChg chg="mod">
          <ac:chgData name="奨太 越智" userId="1e89b1c5ec8000ff" providerId="LiveId" clId="{C64DA74B-CE30-4CB4-AEC4-E35ED1190D6D}" dt="2026-06-15T06:11:19.323" v="740"/>
          <ac:spMkLst>
            <pc:docMk/>
            <pc:sldMk cId="530921877" sldId="263"/>
            <ac:spMk id="48" creationId="{7A86AC99-CC41-28D5-9D81-E9D9D48941B1}"/>
          </ac:spMkLst>
        </pc:spChg>
        <pc:spChg chg="mod">
          <ac:chgData name="奨太 越智" userId="1e89b1c5ec8000ff" providerId="LiveId" clId="{C64DA74B-CE30-4CB4-AEC4-E35ED1190D6D}" dt="2026-06-15T06:11:19.323" v="740"/>
          <ac:spMkLst>
            <pc:docMk/>
            <pc:sldMk cId="530921877" sldId="263"/>
            <ac:spMk id="49" creationId="{CB974013-011C-B81C-9842-32438B3435AE}"/>
          </ac:spMkLst>
        </pc:spChg>
        <pc:spChg chg="mod">
          <ac:chgData name="奨太 越智" userId="1e89b1c5ec8000ff" providerId="LiveId" clId="{C64DA74B-CE30-4CB4-AEC4-E35ED1190D6D}" dt="2026-06-15T06:11:19.323" v="740"/>
          <ac:spMkLst>
            <pc:docMk/>
            <pc:sldMk cId="530921877" sldId="263"/>
            <ac:spMk id="50" creationId="{FD6F5D28-D033-D128-187A-D905A8216408}"/>
          </ac:spMkLst>
        </pc:spChg>
        <pc:spChg chg="mod">
          <ac:chgData name="奨太 越智" userId="1e89b1c5ec8000ff" providerId="LiveId" clId="{C64DA74B-CE30-4CB4-AEC4-E35ED1190D6D}" dt="2026-06-15T06:11:26.646" v="743"/>
          <ac:spMkLst>
            <pc:docMk/>
            <pc:sldMk cId="530921877" sldId="263"/>
            <ac:spMk id="53" creationId="{EDDBCCE6-27B9-0C99-68AC-5DD7B8CB3A3A}"/>
          </ac:spMkLst>
        </pc:spChg>
        <pc:spChg chg="mod">
          <ac:chgData name="奨太 越智" userId="1e89b1c5ec8000ff" providerId="LiveId" clId="{C64DA74B-CE30-4CB4-AEC4-E35ED1190D6D}" dt="2026-06-15T06:10:46.074" v="729" actId="207"/>
          <ac:spMkLst>
            <pc:docMk/>
            <pc:sldMk cId="530921877" sldId="263"/>
            <ac:spMk id="57" creationId="{F7D08836-0ECB-2577-9964-C29583B76A0F}"/>
          </ac:spMkLst>
        </pc:spChg>
        <pc:spChg chg="mod">
          <ac:chgData name="奨太 越智" userId="1e89b1c5ec8000ff" providerId="LiveId" clId="{C64DA74B-CE30-4CB4-AEC4-E35ED1190D6D}" dt="2026-06-15T06:11:26.646" v="743"/>
          <ac:spMkLst>
            <pc:docMk/>
            <pc:sldMk cId="530921877" sldId="263"/>
            <ac:spMk id="58" creationId="{9A8AAD73-F81D-3622-58E1-0B8108BB1A25}"/>
          </ac:spMkLst>
        </pc:spChg>
        <pc:spChg chg="mod">
          <ac:chgData name="奨太 越智" userId="1e89b1c5ec8000ff" providerId="LiveId" clId="{C64DA74B-CE30-4CB4-AEC4-E35ED1190D6D}" dt="2026-06-15T06:20:34.130" v="917" actId="207"/>
          <ac:spMkLst>
            <pc:docMk/>
            <pc:sldMk cId="530921877" sldId="263"/>
            <ac:spMk id="59" creationId="{63AC3DC3-0848-49C4-4DA1-DB5158A90DB2}"/>
          </ac:spMkLst>
        </pc:spChg>
        <pc:spChg chg="mod">
          <ac:chgData name="奨太 越智" userId="1e89b1c5ec8000ff" providerId="LiveId" clId="{C64DA74B-CE30-4CB4-AEC4-E35ED1190D6D}" dt="2026-06-15T06:11:26.646" v="743"/>
          <ac:spMkLst>
            <pc:docMk/>
            <pc:sldMk cId="530921877" sldId="263"/>
            <ac:spMk id="60" creationId="{87F50A7C-4CB8-FA14-A100-8F018E6E27C5}"/>
          </ac:spMkLst>
        </pc:spChg>
        <pc:spChg chg="mod">
          <ac:chgData name="奨太 越智" userId="1e89b1c5ec8000ff" providerId="LiveId" clId="{C64DA74B-CE30-4CB4-AEC4-E35ED1190D6D}" dt="2026-06-15T06:10:16.680" v="718" actId="1076"/>
          <ac:spMkLst>
            <pc:docMk/>
            <pc:sldMk cId="530921877" sldId="263"/>
            <ac:spMk id="61" creationId="{BB59B975-8D7D-EAF7-4236-69DCF178761D}"/>
          </ac:spMkLst>
        </pc:spChg>
        <pc:spChg chg="mod">
          <ac:chgData name="奨太 越智" userId="1e89b1c5ec8000ff" providerId="LiveId" clId="{C64DA74B-CE30-4CB4-AEC4-E35ED1190D6D}" dt="2026-06-15T06:11:26.646" v="743"/>
          <ac:spMkLst>
            <pc:docMk/>
            <pc:sldMk cId="530921877" sldId="263"/>
            <ac:spMk id="62" creationId="{CC4D46FA-9905-75CE-7CB5-615F47AC172D}"/>
          </ac:spMkLst>
        </pc:spChg>
        <pc:spChg chg="mod">
          <ac:chgData name="奨太 越智" userId="1e89b1c5ec8000ff" providerId="LiveId" clId="{C64DA74B-CE30-4CB4-AEC4-E35ED1190D6D}" dt="2026-06-15T06:11:26.646" v="743"/>
          <ac:spMkLst>
            <pc:docMk/>
            <pc:sldMk cId="530921877" sldId="263"/>
            <ac:spMk id="64" creationId="{72F5B75E-BE42-7297-B080-514EE8803966}"/>
          </ac:spMkLst>
        </pc:spChg>
        <pc:spChg chg="mod">
          <ac:chgData name="奨太 越智" userId="1e89b1c5ec8000ff" providerId="LiveId" clId="{C64DA74B-CE30-4CB4-AEC4-E35ED1190D6D}" dt="2026-06-15T06:11:31.537" v="745"/>
          <ac:spMkLst>
            <pc:docMk/>
            <pc:sldMk cId="530921877" sldId="263"/>
            <ac:spMk id="67" creationId="{0C8FC79C-6A0B-A5CF-69B7-4412537734BF}"/>
          </ac:spMkLst>
        </pc:spChg>
        <pc:spChg chg="mod">
          <ac:chgData name="奨太 越智" userId="1e89b1c5ec8000ff" providerId="LiveId" clId="{C64DA74B-CE30-4CB4-AEC4-E35ED1190D6D}" dt="2026-06-15T06:11:31.537" v="745"/>
          <ac:spMkLst>
            <pc:docMk/>
            <pc:sldMk cId="530921877" sldId="263"/>
            <ac:spMk id="71" creationId="{F0BED7E1-609E-CAD9-EBB0-1D0E19CFE92C}"/>
          </ac:spMkLst>
        </pc:spChg>
        <pc:spChg chg="mod">
          <ac:chgData name="奨太 越智" userId="1e89b1c5ec8000ff" providerId="LiveId" clId="{C64DA74B-CE30-4CB4-AEC4-E35ED1190D6D}" dt="2026-06-15T06:11:31.537" v="745"/>
          <ac:spMkLst>
            <pc:docMk/>
            <pc:sldMk cId="530921877" sldId="263"/>
            <ac:spMk id="72" creationId="{8A42E5F4-2F8E-9F91-76E9-F3DB49F0694F}"/>
          </ac:spMkLst>
        </pc:spChg>
        <pc:spChg chg="mod">
          <ac:chgData name="奨太 越智" userId="1e89b1c5ec8000ff" providerId="LiveId" clId="{C64DA74B-CE30-4CB4-AEC4-E35ED1190D6D}" dt="2026-06-15T06:11:31.537" v="745"/>
          <ac:spMkLst>
            <pc:docMk/>
            <pc:sldMk cId="530921877" sldId="263"/>
            <ac:spMk id="73" creationId="{93460E31-1445-8F89-6D8E-AA1F980DD4A4}"/>
          </ac:spMkLst>
        </pc:spChg>
        <pc:spChg chg="mod">
          <ac:chgData name="奨太 越智" userId="1e89b1c5ec8000ff" providerId="LiveId" clId="{C64DA74B-CE30-4CB4-AEC4-E35ED1190D6D}" dt="2026-06-15T06:11:31.537" v="745"/>
          <ac:spMkLst>
            <pc:docMk/>
            <pc:sldMk cId="530921877" sldId="263"/>
            <ac:spMk id="74" creationId="{8EC82BD6-A2E1-66B5-CE79-F97576036306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77" creationId="{8759BCBB-9769-8C2B-2E01-62B0B02AF74A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81" creationId="{71D5A63A-16BF-6DAB-5D46-35D8726E7259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82" creationId="{F53FDFA3-49B6-CE63-D099-A5D89D5FF5FB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83" creationId="{10E695C3-3936-96F2-ADDF-F19C4BCCFD04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84" creationId="{44652619-295A-8DC0-081E-6370DD91FCA6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87" creationId="{40E7897F-B879-7FFE-053A-AFDE0D5280D2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91" creationId="{C6D652AA-83DD-1655-62DB-423E1C64B748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92" creationId="{BC78F9ED-BE36-38A0-D19D-15A479A81B1B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93" creationId="{A9EC9146-79EC-DD77-FFEA-3BBB5F542D0C}"/>
          </ac:spMkLst>
        </pc:spChg>
        <pc:spChg chg="mod">
          <ac:chgData name="奨太 越智" userId="1e89b1c5ec8000ff" providerId="LiveId" clId="{C64DA74B-CE30-4CB4-AEC4-E35ED1190D6D}" dt="2026-06-15T06:11:53.714" v="755"/>
          <ac:spMkLst>
            <pc:docMk/>
            <pc:sldMk cId="530921877" sldId="263"/>
            <ac:spMk id="94" creationId="{F518D701-5984-31A0-A6B5-A2EF70D18F00}"/>
          </ac:spMkLst>
        </pc:spChg>
        <pc:grpChg chg="add mod">
          <ac:chgData name="奨太 越智" userId="1e89b1c5ec8000ff" providerId="LiveId" clId="{C64DA74B-CE30-4CB4-AEC4-E35ED1190D6D}" dt="2026-06-15T06:16:32.506" v="839" actId="1038"/>
          <ac:grpSpMkLst>
            <pc:docMk/>
            <pc:sldMk cId="530921877" sldId="263"/>
            <ac:grpSpMk id="26" creationId="{1E440FD5-D1F4-0BF4-6386-DDD24A636811}"/>
          </ac:grpSpMkLst>
        </pc:grpChg>
        <pc:grpChg chg="add mod">
          <ac:chgData name="奨太 越智" userId="1e89b1c5ec8000ff" providerId="LiveId" clId="{C64DA74B-CE30-4CB4-AEC4-E35ED1190D6D}" dt="2026-06-15T06:11:25.153" v="742" actId="1076"/>
          <ac:grpSpMkLst>
            <pc:docMk/>
            <pc:sldMk cId="530921877" sldId="263"/>
            <ac:grpSpMk id="31" creationId="{DBEA6761-1033-9F5F-3AB1-A4ED7BF9DCD0}"/>
          </ac:grpSpMkLst>
        </pc:grpChg>
        <pc:grpChg chg="add mod">
          <ac:chgData name="奨太 越智" userId="1e89b1c5ec8000ff" providerId="LiveId" clId="{C64DA74B-CE30-4CB4-AEC4-E35ED1190D6D}" dt="2026-06-15T06:11:44.005" v="752" actId="1035"/>
          <ac:grpSpMkLst>
            <pc:docMk/>
            <pc:sldMk cId="530921877" sldId="263"/>
            <ac:grpSpMk id="52" creationId="{1A299919-4800-4BA9-FF6D-A44FBB753B95}"/>
          </ac:grpSpMkLst>
        </pc:grpChg>
        <pc:grpChg chg="add mod">
          <ac:chgData name="奨太 越智" userId="1e89b1c5ec8000ff" providerId="LiveId" clId="{C64DA74B-CE30-4CB4-AEC4-E35ED1190D6D}" dt="2026-06-15T06:11:48.327" v="754" actId="1035"/>
          <ac:grpSpMkLst>
            <pc:docMk/>
            <pc:sldMk cId="530921877" sldId="263"/>
            <ac:grpSpMk id="66" creationId="{18C8BE48-A4ED-2F0B-B7CA-7A7376416C8F}"/>
          </ac:grpSpMkLst>
        </pc:grpChg>
        <pc:grpChg chg="mod">
          <ac:chgData name="奨太 越智" userId="1e89b1c5ec8000ff" providerId="LiveId" clId="{C64DA74B-CE30-4CB4-AEC4-E35ED1190D6D}" dt="2026-06-15T06:12:01.391" v="757" actId="1035"/>
          <ac:grpSpMkLst>
            <pc:docMk/>
            <pc:sldMk cId="530921877" sldId="263"/>
            <ac:grpSpMk id="76" creationId="{148E1C10-A07B-2A67-EFAD-0B3BAB4ED188}"/>
          </ac:grpSpMkLst>
        </pc:grpChg>
        <pc:grpChg chg="mod">
          <ac:chgData name="奨太 越智" userId="1e89b1c5ec8000ff" providerId="LiveId" clId="{C64DA74B-CE30-4CB4-AEC4-E35ED1190D6D}" dt="2026-06-15T06:12:05.600" v="758" actId="1035"/>
          <ac:grpSpMkLst>
            <pc:docMk/>
            <pc:sldMk cId="530921877" sldId="263"/>
            <ac:grpSpMk id="86" creationId="{A91443CC-8096-F437-7CEF-B8AB6D08B8AB}"/>
          </ac:grpSpMkLst>
        </pc:grpChg>
        <pc:cxnChg chg="mod">
          <ac:chgData name="奨太 越智" userId="1e89b1c5ec8000ff" providerId="LiveId" clId="{C64DA74B-CE30-4CB4-AEC4-E35ED1190D6D}" dt="2026-06-15T06:10:56.841" v="730" actId="164"/>
          <ac:cxnSpMkLst>
            <pc:docMk/>
            <pc:sldMk cId="530921877" sldId="263"/>
            <ac:cxnSpMk id="4" creationId="{260A9C86-55B5-A37A-866D-9C8084605254}"/>
          </ac:cxnSpMkLst>
        </pc:cxnChg>
        <pc:cxnChg chg="mod">
          <ac:chgData name="奨太 越智" userId="1e89b1c5ec8000ff" providerId="LiveId" clId="{C64DA74B-CE30-4CB4-AEC4-E35ED1190D6D}" dt="2026-06-15T06:10:56.841" v="730" actId="164"/>
          <ac:cxnSpMkLst>
            <pc:docMk/>
            <pc:sldMk cId="530921877" sldId="263"/>
            <ac:cxnSpMk id="6" creationId="{475EA73E-C09A-AB4D-861D-C990EEA72E85}"/>
          </ac:cxnSpMkLst>
        </pc:cxnChg>
        <pc:cxnChg chg="mod">
          <ac:chgData name="奨太 越智" userId="1e89b1c5ec8000ff" providerId="LiveId" clId="{C64DA74B-CE30-4CB4-AEC4-E35ED1190D6D}" dt="2026-06-15T06:10:56.841" v="730" actId="164"/>
          <ac:cxnSpMkLst>
            <pc:docMk/>
            <pc:sldMk cId="530921877" sldId="263"/>
            <ac:cxnSpMk id="7" creationId="{75B30BCC-1AF9-0B88-88CC-2562B7DFB26A}"/>
          </ac:cxnSpMkLst>
        </pc:cxnChg>
        <pc:cxnChg chg="add mod">
          <ac:chgData name="奨太 越智" userId="1e89b1c5ec8000ff" providerId="LiveId" clId="{C64DA74B-CE30-4CB4-AEC4-E35ED1190D6D}" dt="2026-06-15T06:10:56.841" v="730" actId="164"/>
          <ac:cxnSpMkLst>
            <pc:docMk/>
            <pc:sldMk cId="530921877" sldId="263"/>
            <ac:cxnSpMk id="22" creationId="{DCECE837-1704-867D-FDFB-7A0B164BC4D7}"/>
          </ac:cxnSpMkLst>
        </pc:cxnChg>
        <pc:cxnChg chg="mod">
          <ac:chgData name="奨太 越智" userId="1e89b1c5ec8000ff" providerId="LiveId" clId="{C64DA74B-CE30-4CB4-AEC4-E35ED1190D6D}" dt="2026-06-15T06:11:19.323" v="740"/>
          <ac:cxnSpMkLst>
            <pc:docMk/>
            <pc:sldMk cId="530921877" sldId="263"/>
            <ac:cxnSpMk id="34" creationId="{9A960010-6F63-D847-CDD8-B3BAB96AB3DF}"/>
          </ac:cxnSpMkLst>
        </pc:cxnChg>
        <pc:cxnChg chg="mod">
          <ac:chgData name="奨太 越智" userId="1e89b1c5ec8000ff" providerId="LiveId" clId="{C64DA74B-CE30-4CB4-AEC4-E35ED1190D6D}" dt="2026-06-15T06:11:19.323" v="740"/>
          <ac:cxnSpMkLst>
            <pc:docMk/>
            <pc:sldMk cId="530921877" sldId="263"/>
            <ac:cxnSpMk id="36" creationId="{F6F1D5B1-15CC-8613-4E06-CDAB642AFE33}"/>
          </ac:cxnSpMkLst>
        </pc:cxnChg>
        <pc:cxnChg chg="mod">
          <ac:chgData name="奨太 越智" userId="1e89b1c5ec8000ff" providerId="LiveId" clId="{C64DA74B-CE30-4CB4-AEC4-E35ED1190D6D}" dt="2026-06-15T06:11:19.323" v="740"/>
          <ac:cxnSpMkLst>
            <pc:docMk/>
            <pc:sldMk cId="530921877" sldId="263"/>
            <ac:cxnSpMk id="44" creationId="{0427591F-DAE9-B5F6-4530-1D7024F2DC09}"/>
          </ac:cxnSpMkLst>
        </pc:cxnChg>
        <pc:cxnChg chg="mod">
          <ac:chgData name="奨太 越智" userId="1e89b1c5ec8000ff" providerId="LiveId" clId="{C64DA74B-CE30-4CB4-AEC4-E35ED1190D6D}" dt="2026-06-15T06:11:19.323" v="740"/>
          <ac:cxnSpMkLst>
            <pc:docMk/>
            <pc:sldMk cId="530921877" sldId="263"/>
            <ac:cxnSpMk id="51" creationId="{A1C3181A-B8BB-61F0-F25E-2FD4C22AB961}"/>
          </ac:cxnSpMkLst>
        </pc:cxnChg>
        <pc:cxnChg chg="mod">
          <ac:chgData name="奨太 越智" userId="1e89b1c5ec8000ff" providerId="LiveId" clId="{C64DA74B-CE30-4CB4-AEC4-E35ED1190D6D}" dt="2026-06-15T06:11:26.646" v="743"/>
          <ac:cxnSpMkLst>
            <pc:docMk/>
            <pc:sldMk cId="530921877" sldId="263"/>
            <ac:cxnSpMk id="54" creationId="{D847589F-BC21-3953-FC97-5F9BAAC1E121}"/>
          </ac:cxnSpMkLst>
        </pc:cxnChg>
        <pc:cxnChg chg="mod">
          <ac:chgData name="奨太 越智" userId="1e89b1c5ec8000ff" providerId="LiveId" clId="{C64DA74B-CE30-4CB4-AEC4-E35ED1190D6D}" dt="2026-06-15T06:11:26.646" v="743"/>
          <ac:cxnSpMkLst>
            <pc:docMk/>
            <pc:sldMk cId="530921877" sldId="263"/>
            <ac:cxnSpMk id="55" creationId="{D53B0A61-7DF0-D48D-0127-EF6F73820FEE}"/>
          </ac:cxnSpMkLst>
        </pc:cxnChg>
        <pc:cxnChg chg="mod">
          <ac:chgData name="奨太 越智" userId="1e89b1c5ec8000ff" providerId="LiveId" clId="{C64DA74B-CE30-4CB4-AEC4-E35ED1190D6D}" dt="2026-06-15T06:11:26.646" v="743"/>
          <ac:cxnSpMkLst>
            <pc:docMk/>
            <pc:sldMk cId="530921877" sldId="263"/>
            <ac:cxnSpMk id="56" creationId="{2835D672-8490-D329-A4F9-5E4C86072C13}"/>
          </ac:cxnSpMkLst>
        </pc:cxnChg>
        <pc:cxnChg chg="mod">
          <ac:chgData name="奨太 越智" userId="1e89b1c5ec8000ff" providerId="LiveId" clId="{C64DA74B-CE30-4CB4-AEC4-E35ED1190D6D}" dt="2026-06-15T06:11:26.646" v="743"/>
          <ac:cxnSpMkLst>
            <pc:docMk/>
            <pc:sldMk cId="530921877" sldId="263"/>
            <ac:cxnSpMk id="65" creationId="{41A9B8AD-11E0-75AD-BD90-7FBC9F2746BD}"/>
          </ac:cxnSpMkLst>
        </pc:cxnChg>
        <pc:cxnChg chg="mod">
          <ac:chgData name="奨太 越智" userId="1e89b1c5ec8000ff" providerId="LiveId" clId="{C64DA74B-CE30-4CB4-AEC4-E35ED1190D6D}" dt="2026-06-15T06:11:31.537" v="745"/>
          <ac:cxnSpMkLst>
            <pc:docMk/>
            <pc:sldMk cId="530921877" sldId="263"/>
            <ac:cxnSpMk id="68" creationId="{A754A232-9424-BAFC-6BD6-DD5F0E52FBC6}"/>
          </ac:cxnSpMkLst>
        </pc:cxnChg>
        <pc:cxnChg chg="mod">
          <ac:chgData name="奨太 越智" userId="1e89b1c5ec8000ff" providerId="LiveId" clId="{C64DA74B-CE30-4CB4-AEC4-E35ED1190D6D}" dt="2026-06-15T06:11:31.537" v="745"/>
          <ac:cxnSpMkLst>
            <pc:docMk/>
            <pc:sldMk cId="530921877" sldId="263"/>
            <ac:cxnSpMk id="69" creationId="{13DFDB9E-C58A-49EF-97DC-D41ADA9C08CC}"/>
          </ac:cxnSpMkLst>
        </pc:cxnChg>
        <pc:cxnChg chg="mod">
          <ac:chgData name="奨太 越智" userId="1e89b1c5ec8000ff" providerId="LiveId" clId="{C64DA74B-CE30-4CB4-AEC4-E35ED1190D6D}" dt="2026-06-15T06:11:31.537" v="745"/>
          <ac:cxnSpMkLst>
            <pc:docMk/>
            <pc:sldMk cId="530921877" sldId="263"/>
            <ac:cxnSpMk id="70" creationId="{282D56D4-A2EE-CD2F-BB7B-7E3D58AFEA47}"/>
          </ac:cxnSpMkLst>
        </pc:cxnChg>
        <pc:cxnChg chg="mod">
          <ac:chgData name="奨太 越智" userId="1e89b1c5ec8000ff" providerId="LiveId" clId="{C64DA74B-CE30-4CB4-AEC4-E35ED1190D6D}" dt="2026-06-15T06:11:31.537" v="745"/>
          <ac:cxnSpMkLst>
            <pc:docMk/>
            <pc:sldMk cId="530921877" sldId="263"/>
            <ac:cxnSpMk id="75" creationId="{93201417-998F-5EA9-ACCD-26E04F7B2B82}"/>
          </ac:cxnSpMkLst>
        </pc:cxnChg>
      </pc:sldChg>
      <pc:sldChg chg="addSp delSp modSp mod">
        <pc:chgData name="奨太 越智" userId="1e89b1c5ec8000ff" providerId="LiveId" clId="{C64DA74B-CE30-4CB4-AEC4-E35ED1190D6D}" dt="2026-06-15T06:13:56.745" v="805" actId="20577"/>
        <pc:sldMkLst>
          <pc:docMk/>
          <pc:sldMk cId="990889311" sldId="264"/>
        </pc:sldMkLst>
        <pc:spChg chg="add mod">
          <ac:chgData name="奨太 越智" userId="1e89b1c5ec8000ff" providerId="LiveId" clId="{C64DA74B-CE30-4CB4-AEC4-E35ED1190D6D}" dt="2026-06-12T07:24:54.958" v="383" actId="14100"/>
          <ac:spMkLst>
            <pc:docMk/>
            <pc:sldMk cId="990889311" sldId="264"/>
            <ac:spMk id="3" creationId="{D7468A17-D3FC-43A5-FE84-072AE0F9B4FB}"/>
          </ac:spMkLst>
        </pc:spChg>
        <pc:spChg chg="add mod">
          <ac:chgData name="奨太 越智" userId="1e89b1c5ec8000ff" providerId="LiveId" clId="{C64DA74B-CE30-4CB4-AEC4-E35ED1190D6D}" dt="2026-06-12T07:25:16.667" v="396" actId="20577"/>
          <ac:spMkLst>
            <pc:docMk/>
            <pc:sldMk cId="990889311" sldId="264"/>
            <ac:spMk id="5" creationId="{EEEBB7DF-FB96-8A83-E6BA-8AEAD8859B42}"/>
          </ac:spMkLst>
        </pc:spChg>
        <pc:spChg chg="add mod">
          <ac:chgData name="奨太 越智" userId="1e89b1c5ec8000ff" providerId="LiveId" clId="{C64DA74B-CE30-4CB4-AEC4-E35ED1190D6D}" dt="2026-06-12T07:25:23.340" v="401" actId="1076"/>
          <ac:spMkLst>
            <pc:docMk/>
            <pc:sldMk cId="990889311" sldId="264"/>
            <ac:spMk id="7" creationId="{AF97DA25-F5F3-B6A2-B5CE-7151D64EB7AC}"/>
          </ac:spMkLst>
        </pc:spChg>
        <pc:spChg chg="add mod">
          <ac:chgData name="奨太 越智" userId="1e89b1c5ec8000ff" providerId="LiveId" clId="{C64DA74B-CE30-4CB4-AEC4-E35ED1190D6D}" dt="2026-06-12T07:39:05.904" v="597" actId="1076"/>
          <ac:spMkLst>
            <pc:docMk/>
            <pc:sldMk cId="990889311" sldId="264"/>
            <ac:spMk id="9" creationId="{C1F14251-4A64-82ED-1E97-A0EBEAC75C27}"/>
          </ac:spMkLst>
        </pc:spChg>
        <pc:spChg chg="mod">
          <ac:chgData name="奨太 越智" userId="1e89b1c5ec8000ff" providerId="LiveId" clId="{C64DA74B-CE30-4CB4-AEC4-E35ED1190D6D}" dt="2026-06-12T07:25:29.843" v="402" actId="1076"/>
          <ac:spMkLst>
            <pc:docMk/>
            <pc:sldMk cId="990889311" sldId="264"/>
            <ac:spMk id="39" creationId="{519FAD98-90D9-C6CC-EA89-6DE70985BDEC}"/>
          </ac:spMkLst>
        </pc:spChg>
        <pc:spChg chg="mod">
          <ac:chgData name="奨太 越智" userId="1e89b1c5ec8000ff" providerId="LiveId" clId="{C64DA74B-CE30-4CB4-AEC4-E35ED1190D6D}" dt="2026-06-12T07:21:59.151" v="347" actId="20577"/>
          <ac:spMkLst>
            <pc:docMk/>
            <pc:sldMk cId="990889311" sldId="264"/>
            <ac:spMk id="46" creationId="{FC7DBB86-1055-2DD6-747B-88AD1D19A51A}"/>
          </ac:spMkLst>
        </pc:spChg>
        <pc:graphicFrameChg chg="mod modGraphic">
          <ac:chgData name="奨太 越智" userId="1e89b1c5ec8000ff" providerId="LiveId" clId="{C64DA74B-CE30-4CB4-AEC4-E35ED1190D6D}" dt="2026-06-15T06:13:56.745" v="805" actId="20577"/>
          <ac:graphicFrameMkLst>
            <pc:docMk/>
            <pc:sldMk cId="990889311" sldId="264"/>
            <ac:graphicFrameMk id="38" creationId="{61333D83-B631-F126-70BA-7AA5D0B821E8}"/>
          </ac:graphicFrameMkLst>
        </pc:graphicFrameChg>
      </pc:sldChg>
      <pc:sldChg chg="addSp delSp modSp add mod">
        <pc:chgData name="奨太 越智" userId="1e89b1c5ec8000ff" providerId="LiveId" clId="{C64DA74B-CE30-4CB4-AEC4-E35ED1190D6D}" dt="2026-06-12T07:37:50.928" v="595"/>
        <pc:sldMkLst>
          <pc:docMk/>
          <pc:sldMk cId="2763226507" sldId="265"/>
        </pc:sldMkLst>
        <pc:spChg chg="mod">
          <ac:chgData name="奨太 越智" userId="1e89b1c5ec8000ff" providerId="LiveId" clId="{C64DA74B-CE30-4CB4-AEC4-E35ED1190D6D}" dt="2026-06-12T07:31:36.033" v="525" actId="1076"/>
          <ac:spMkLst>
            <pc:docMk/>
            <pc:sldMk cId="2763226507" sldId="265"/>
            <ac:spMk id="4" creationId="{409497AC-DBAA-E442-2033-5B67F5C04A1C}"/>
          </ac:spMkLst>
        </pc:spChg>
        <pc:spChg chg="add mod">
          <ac:chgData name="奨太 越智" userId="1e89b1c5ec8000ff" providerId="LiveId" clId="{C64DA74B-CE30-4CB4-AEC4-E35ED1190D6D}" dt="2026-06-12T07:32:09.717" v="541" actId="1076"/>
          <ac:spMkLst>
            <pc:docMk/>
            <pc:sldMk cId="2763226507" sldId="265"/>
            <ac:spMk id="9" creationId="{CC03A04B-16CD-DFA5-D0C5-2A764875E40E}"/>
          </ac:spMkLst>
        </pc:spChg>
        <pc:spChg chg="add mod">
          <ac:chgData name="奨太 越智" userId="1e89b1c5ec8000ff" providerId="LiveId" clId="{C64DA74B-CE30-4CB4-AEC4-E35ED1190D6D}" dt="2026-06-12T07:31:46.591" v="533" actId="20577"/>
          <ac:spMkLst>
            <pc:docMk/>
            <pc:sldMk cId="2763226507" sldId="265"/>
            <ac:spMk id="10" creationId="{857103A0-85E2-A0C0-4C05-2CDA67C80689}"/>
          </ac:spMkLst>
        </pc:spChg>
        <pc:graphicFrameChg chg="add mod modGraphic">
          <ac:chgData name="奨太 越智" userId="1e89b1c5ec8000ff" providerId="LiveId" clId="{C64DA74B-CE30-4CB4-AEC4-E35ED1190D6D}" dt="2026-06-12T07:31:23.787" v="516" actId="1076"/>
          <ac:graphicFrameMkLst>
            <pc:docMk/>
            <pc:sldMk cId="2763226507" sldId="265"/>
            <ac:graphicFrameMk id="7" creationId="{E26F398D-37F1-3421-B5CF-A14E89F5C134}"/>
          </ac:graphicFrameMkLst>
        </pc:graphicFrameChg>
        <pc:graphicFrameChg chg="add mod">
          <ac:chgData name="奨太 越智" userId="1e89b1c5ec8000ff" providerId="LiveId" clId="{C64DA74B-CE30-4CB4-AEC4-E35ED1190D6D}" dt="2026-06-12T07:31:19.228" v="513" actId="1076"/>
          <ac:graphicFrameMkLst>
            <pc:docMk/>
            <pc:sldMk cId="2763226507" sldId="265"/>
            <ac:graphicFrameMk id="8" creationId="{981514F2-9D4E-D657-D645-6F0546AB043C}"/>
          </ac:graphicFrameMkLst>
        </pc:graphicFrameChg>
        <pc:graphicFrameChg chg="mod modGraphic">
          <ac:chgData name="奨太 越智" userId="1e89b1c5ec8000ff" providerId="LiveId" clId="{C64DA74B-CE30-4CB4-AEC4-E35ED1190D6D}" dt="2026-06-12T07:32:07.260" v="540" actId="1076"/>
          <ac:graphicFrameMkLst>
            <pc:docMk/>
            <pc:sldMk cId="2763226507" sldId="265"/>
            <ac:graphicFrameMk id="38" creationId="{8538E49E-2A4F-700C-9464-EF5BC3B9DF9C}"/>
          </ac:graphicFrameMkLst>
        </pc:graphicFrameChg>
      </pc:sldChg>
      <pc:sldChg chg="addSp delSp modSp mod">
        <pc:chgData name="奨太 越智" userId="1e89b1c5ec8000ff" providerId="LiveId" clId="{C64DA74B-CE30-4CB4-AEC4-E35ED1190D6D}" dt="2026-06-15T09:02:47.607" v="939" actId="1076"/>
        <pc:sldMkLst>
          <pc:docMk/>
          <pc:sldMk cId="397812482" sldId="267"/>
        </pc:sldMkLst>
        <pc:spChg chg="add mod">
          <ac:chgData name="奨太 越智" userId="1e89b1c5ec8000ff" providerId="LiveId" clId="{C64DA74B-CE30-4CB4-AEC4-E35ED1190D6D}" dt="2026-06-15T06:15:19.413" v="817" actId="14100"/>
          <ac:spMkLst>
            <pc:docMk/>
            <pc:sldMk cId="397812482" sldId="267"/>
            <ac:spMk id="3" creationId="{63E7F5C3-A7C0-C16D-4F85-02835D5635F2}"/>
          </ac:spMkLst>
        </pc:spChg>
        <pc:spChg chg="add mod">
          <ac:chgData name="奨太 越智" userId="1e89b1c5ec8000ff" providerId="LiveId" clId="{C64DA74B-CE30-4CB4-AEC4-E35ED1190D6D}" dt="2026-06-15T09:02:47.607" v="939" actId="1076"/>
          <ac:spMkLst>
            <pc:docMk/>
            <pc:sldMk cId="397812482" sldId="267"/>
            <ac:spMk id="9" creationId="{116B6403-7267-B48E-A438-768BB05FA99A}"/>
          </ac:spMkLst>
        </pc:spChg>
      </pc:sldChg>
    </pc:docChg>
  </pc:docChgLst>
  <pc:docChgLst>
    <pc:chgData name="光祐 細谷" userId="ccefac287634e7ae" providerId="LiveId" clId="{2823C5D7-E6D8-4347-B937-18D16A464D7D}"/>
    <pc:docChg chg="modSld sldOrd">
      <pc:chgData name="光祐 細谷" userId="ccefac287634e7ae" providerId="LiveId" clId="{2823C5D7-E6D8-4347-B937-18D16A464D7D}" dt="2026-06-16T01:02:07.466" v="5"/>
      <pc:docMkLst>
        <pc:docMk/>
      </pc:docMkLst>
      <pc:sldChg chg="ord">
        <pc:chgData name="光祐 細谷" userId="ccefac287634e7ae" providerId="LiveId" clId="{2823C5D7-E6D8-4347-B937-18D16A464D7D}" dt="2026-06-16T01:02:06.012" v="3"/>
        <pc:sldMkLst>
          <pc:docMk/>
          <pc:sldMk cId="3501879787" sldId="262"/>
        </pc:sldMkLst>
      </pc:sldChg>
      <pc:sldChg chg="ord">
        <pc:chgData name="光祐 細谷" userId="ccefac287634e7ae" providerId="LiveId" clId="{2823C5D7-E6D8-4347-B937-18D16A464D7D}" dt="2026-06-16T01:02:07.466" v="5"/>
        <pc:sldMkLst>
          <pc:docMk/>
          <pc:sldMk cId="990889311" sldId="264"/>
        </pc:sldMkLst>
      </pc:sldChg>
      <pc:sldChg chg="ord">
        <pc:chgData name="光祐 細谷" userId="ccefac287634e7ae" providerId="LiveId" clId="{2823C5D7-E6D8-4347-B937-18D16A464D7D}" dt="2026-06-16T01:01:53.535" v="1"/>
        <pc:sldMkLst>
          <pc:docMk/>
          <pc:sldMk cId="2763226507" sldId="265"/>
        </pc:sldMkLst>
      </pc:sldChg>
    </pc:docChg>
  </pc:docChgLst>
  <pc:docChgLst>
    <pc:chgData name="純平 福山" userId="0ddd5dda7dc6d7e0" providerId="LiveId" clId="{D2577A61-EE44-4CFB-A9FF-9DA9FB575A26}"/>
    <pc:docChg chg="undo redo custSel addSld delSld modSld sldOrd">
      <pc:chgData name="純平 福山" userId="0ddd5dda7dc6d7e0" providerId="LiveId" clId="{D2577A61-EE44-4CFB-A9FF-9DA9FB575A26}" dt="2026-06-19T02:00:04.814" v="1762" actId="47"/>
      <pc:docMkLst>
        <pc:docMk/>
      </pc:docMkLst>
      <pc:sldChg chg="addSp delSp modSp add del mod ord">
        <pc:chgData name="純平 福山" userId="0ddd5dda7dc6d7e0" providerId="LiveId" clId="{D2577A61-EE44-4CFB-A9FF-9DA9FB575A26}" dt="2026-06-19T02:00:04.814" v="1762" actId="47"/>
        <pc:sldMkLst>
          <pc:docMk/>
          <pc:sldMk cId="2855258411" sldId="258"/>
        </pc:sldMkLst>
        <pc:spChg chg="mod">
          <ac:chgData name="純平 福山" userId="0ddd5dda7dc6d7e0" providerId="LiveId" clId="{D2577A61-EE44-4CFB-A9FF-9DA9FB575A26}" dt="2026-06-12T08:07:34.269" v="307" actId="20577"/>
          <ac:spMkLst>
            <pc:docMk/>
            <pc:sldMk cId="2855258411" sldId="258"/>
            <ac:spMk id="19" creationId="{63A7518F-C5E8-799F-2D9C-8F593D67DB26}"/>
          </ac:spMkLst>
        </pc:spChg>
      </pc:sldChg>
      <pc:sldChg chg="addSp delSp modSp mod">
        <pc:chgData name="純平 福山" userId="0ddd5dda7dc6d7e0" providerId="LiveId" clId="{D2577A61-EE44-4CFB-A9FF-9DA9FB575A26}" dt="2026-06-15T00:49:28.368" v="858" actId="20577"/>
        <pc:sldMkLst>
          <pc:docMk/>
          <pc:sldMk cId="1307111435" sldId="259"/>
        </pc:sldMkLst>
        <pc:spChg chg="mod">
          <ac:chgData name="純平 福山" userId="0ddd5dda7dc6d7e0" providerId="LiveId" clId="{D2577A61-EE44-4CFB-A9FF-9DA9FB575A26}" dt="2026-06-12T07:52:15.245" v="58" actId="1035"/>
          <ac:spMkLst>
            <pc:docMk/>
            <pc:sldMk cId="1307111435" sldId="259"/>
            <ac:spMk id="2" creationId="{59EA4D08-DF27-A598-C148-0FBFB9E617C8}"/>
          </ac:spMkLst>
        </pc:spChg>
        <pc:spChg chg="mod">
          <ac:chgData name="純平 福山" userId="0ddd5dda7dc6d7e0" providerId="LiveId" clId="{D2577A61-EE44-4CFB-A9FF-9DA9FB575A26}" dt="2026-06-12T08:02:46.724" v="229" actId="20577"/>
          <ac:spMkLst>
            <pc:docMk/>
            <pc:sldMk cId="1307111435" sldId="259"/>
            <ac:spMk id="6" creationId="{8B35A471-F6FB-C6E2-A254-1395D1F2F705}"/>
          </ac:spMkLst>
        </pc:spChg>
        <pc:spChg chg="add del mod">
          <ac:chgData name="純平 福山" userId="0ddd5dda7dc6d7e0" providerId="LiveId" clId="{D2577A61-EE44-4CFB-A9FF-9DA9FB575A26}" dt="2026-06-12T08:00:16.535" v="201" actId="20577"/>
          <ac:spMkLst>
            <pc:docMk/>
            <pc:sldMk cId="1307111435" sldId="259"/>
            <ac:spMk id="7" creationId="{FC7EBC0B-24FD-26FB-14F5-F6FBD16A4860}"/>
          </ac:spMkLst>
        </pc:spChg>
        <pc:spChg chg="add mod">
          <ac:chgData name="純平 福山" userId="0ddd5dda7dc6d7e0" providerId="LiveId" clId="{D2577A61-EE44-4CFB-A9FF-9DA9FB575A26}" dt="2026-06-12T08:00:20.163" v="203" actId="20577"/>
          <ac:spMkLst>
            <pc:docMk/>
            <pc:sldMk cId="1307111435" sldId="259"/>
            <ac:spMk id="9" creationId="{F446C9E0-AFE1-1DA7-868E-DA6AFD1020B1}"/>
          </ac:spMkLst>
        </pc:spChg>
        <pc:spChg chg="add mod">
          <ac:chgData name="純平 福山" userId="0ddd5dda7dc6d7e0" providerId="LiveId" clId="{D2577A61-EE44-4CFB-A9FF-9DA9FB575A26}" dt="2026-06-15T00:42:21.061" v="647" actId="20577"/>
          <ac:spMkLst>
            <pc:docMk/>
            <pc:sldMk cId="1307111435" sldId="259"/>
            <ac:spMk id="10" creationId="{828BE52D-B591-A62D-9305-32F3E4424464}"/>
          </ac:spMkLst>
        </pc:spChg>
        <pc:spChg chg="add mod">
          <ac:chgData name="純平 福山" userId="0ddd5dda7dc6d7e0" providerId="LiveId" clId="{D2577A61-EE44-4CFB-A9FF-9DA9FB575A26}" dt="2026-06-15T00:48:05.066" v="815" actId="20577"/>
          <ac:spMkLst>
            <pc:docMk/>
            <pc:sldMk cId="1307111435" sldId="259"/>
            <ac:spMk id="12" creationId="{404D95A5-5B8B-DD62-B0B4-4878CAF5393F}"/>
          </ac:spMkLst>
        </pc:spChg>
        <pc:spChg chg="mod">
          <ac:chgData name="純平 福山" userId="0ddd5dda7dc6d7e0" providerId="LiveId" clId="{D2577A61-EE44-4CFB-A9FF-9DA9FB575A26}" dt="2026-06-12T07:59:12.824" v="182" actId="14100"/>
          <ac:spMkLst>
            <pc:docMk/>
            <pc:sldMk cId="1307111435" sldId="259"/>
            <ac:spMk id="13" creationId="{31397EF3-953B-FFA2-5379-F723602A603D}"/>
          </ac:spMkLst>
        </pc:spChg>
        <pc:spChg chg="add mod">
          <ac:chgData name="純平 福山" userId="0ddd5dda7dc6d7e0" providerId="LiveId" clId="{D2577A61-EE44-4CFB-A9FF-9DA9FB575A26}" dt="2026-06-15T00:49:28.368" v="858" actId="20577"/>
          <ac:spMkLst>
            <pc:docMk/>
            <pc:sldMk cId="1307111435" sldId="259"/>
            <ac:spMk id="16" creationId="{47FE3C63-C5BC-42B2-3F1B-2A000D78A772}"/>
          </ac:spMkLst>
        </pc:spChg>
        <pc:spChg chg="mod">
          <ac:chgData name="純平 福山" userId="0ddd5dda7dc6d7e0" providerId="LiveId" clId="{D2577A61-EE44-4CFB-A9FF-9DA9FB575A26}" dt="2026-06-12T07:52:36.309" v="69" actId="1035"/>
          <ac:spMkLst>
            <pc:docMk/>
            <pc:sldMk cId="1307111435" sldId="259"/>
            <ac:spMk id="19" creationId="{433B5953-F38A-54DB-645B-25C75A4C19AE}"/>
          </ac:spMkLst>
        </pc:spChg>
        <pc:spChg chg="mod">
          <ac:chgData name="純平 福山" userId="0ddd5dda7dc6d7e0" providerId="LiveId" clId="{D2577A61-EE44-4CFB-A9FF-9DA9FB575A26}" dt="2026-06-12T07:52:37.397" v="71" actId="1035"/>
          <ac:spMkLst>
            <pc:docMk/>
            <pc:sldMk cId="1307111435" sldId="259"/>
            <ac:spMk id="20" creationId="{8DD3918B-211A-6112-0D67-F1DAFC5E224B}"/>
          </ac:spMkLst>
        </pc:spChg>
        <pc:spChg chg="mod">
          <ac:chgData name="純平 福山" userId="0ddd5dda7dc6d7e0" providerId="LiveId" clId="{D2577A61-EE44-4CFB-A9FF-9DA9FB575A26}" dt="2026-06-12T07:59:35.515" v="185" actId="14100"/>
          <ac:spMkLst>
            <pc:docMk/>
            <pc:sldMk cId="1307111435" sldId="259"/>
            <ac:spMk id="23" creationId="{54972383-0E54-8C5D-D063-4870FED16618}"/>
          </ac:spMkLst>
        </pc:spChg>
        <pc:spChg chg="mod">
          <ac:chgData name="純平 福山" userId="0ddd5dda7dc6d7e0" providerId="LiveId" clId="{D2577A61-EE44-4CFB-A9FF-9DA9FB575A26}" dt="2026-06-12T07:52:38.736" v="73" actId="1035"/>
          <ac:spMkLst>
            <pc:docMk/>
            <pc:sldMk cId="1307111435" sldId="259"/>
            <ac:spMk id="25" creationId="{575757C7-30BF-AE57-4B1A-C43295901A0E}"/>
          </ac:spMkLst>
        </pc:spChg>
        <pc:spChg chg="mod">
          <ac:chgData name="純平 福山" userId="0ddd5dda7dc6d7e0" providerId="LiveId" clId="{D2577A61-EE44-4CFB-A9FF-9DA9FB575A26}" dt="2026-06-12T07:52:39.712" v="75" actId="1035"/>
          <ac:spMkLst>
            <pc:docMk/>
            <pc:sldMk cId="1307111435" sldId="259"/>
            <ac:spMk id="27" creationId="{67246963-FCC2-FE75-7B8A-2ACD3D07DC79}"/>
          </ac:spMkLst>
        </pc:spChg>
        <pc:spChg chg="mod">
          <ac:chgData name="純平 福山" userId="0ddd5dda7dc6d7e0" providerId="LiveId" clId="{D2577A61-EE44-4CFB-A9FF-9DA9FB575A26}" dt="2026-06-12T07:52:41.525" v="77" actId="1035"/>
          <ac:spMkLst>
            <pc:docMk/>
            <pc:sldMk cId="1307111435" sldId="259"/>
            <ac:spMk id="29" creationId="{D237AEED-36A5-D470-E2BE-912086B4BB1F}"/>
          </ac:spMkLst>
        </pc:spChg>
        <pc:spChg chg="mod">
          <ac:chgData name="純平 福山" userId="0ddd5dda7dc6d7e0" providerId="LiveId" clId="{D2577A61-EE44-4CFB-A9FF-9DA9FB575A26}" dt="2026-06-12T07:52:42.610" v="79" actId="1035"/>
          <ac:spMkLst>
            <pc:docMk/>
            <pc:sldMk cId="1307111435" sldId="259"/>
            <ac:spMk id="30" creationId="{64DD93C7-1437-ABF0-6D0D-820B4C0618FA}"/>
          </ac:spMkLst>
        </pc:spChg>
        <pc:spChg chg="mod">
          <ac:chgData name="純平 福山" userId="0ddd5dda7dc6d7e0" providerId="LiveId" clId="{D2577A61-EE44-4CFB-A9FF-9DA9FB575A26}" dt="2026-06-12T07:52:29.840" v="62" actId="1076"/>
          <ac:spMkLst>
            <pc:docMk/>
            <pc:sldMk cId="1307111435" sldId="259"/>
            <ac:spMk id="35" creationId="{F65806AC-DA28-19D1-9657-83D2F9534633}"/>
          </ac:spMkLst>
        </pc:spChg>
      </pc:sldChg>
      <pc:sldChg chg="addSp delSp modSp mod">
        <pc:chgData name="純平 福山" userId="0ddd5dda7dc6d7e0" providerId="LiveId" clId="{D2577A61-EE44-4CFB-A9FF-9DA9FB575A26}" dt="2026-06-12T08:10:00.229" v="345" actId="20577"/>
        <pc:sldMkLst>
          <pc:docMk/>
          <pc:sldMk cId="2415329353" sldId="261"/>
        </pc:sldMkLst>
        <pc:spChg chg="mod">
          <ac:chgData name="純平 福山" userId="0ddd5dda7dc6d7e0" providerId="LiveId" clId="{D2577A61-EE44-4CFB-A9FF-9DA9FB575A26}" dt="2026-06-12T08:09:25.180" v="318"/>
          <ac:spMkLst>
            <pc:docMk/>
            <pc:sldMk cId="2415329353" sldId="261"/>
            <ac:spMk id="3" creationId="{4EC344D5-C1DB-19E5-E39B-B38880549232}"/>
          </ac:spMkLst>
        </pc:spChg>
        <pc:spChg chg="mod">
          <ac:chgData name="純平 福山" userId="0ddd5dda7dc6d7e0" providerId="LiveId" clId="{D2577A61-EE44-4CFB-A9FF-9DA9FB575A26}" dt="2026-06-12T08:10:00.229" v="345" actId="20577"/>
          <ac:spMkLst>
            <pc:docMk/>
            <pc:sldMk cId="2415329353" sldId="261"/>
            <ac:spMk id="4" creationId="{AD1A8FBC-1C13-0BBE-5E29-C8F5F31C3DE2}"/>
          </ac:spMkLst>
        </pc:spChg>
        <pc:spChg chg="mod">
          <ac:chgData name="純平 福山" userId="0ddd5dda7dc6d7e0" providerId="LiveId" clId="{D2577A61-EE44-4CFB-A9FF-9DA9FB575A26}" dt="2026-06-12T08:09:25.180" v="318"/>
          <ac:spMkLst>
            <pc:docMk/>
            <pc:sldMk cId="2415329353" sldId="261"/>
            <ac:spMk id="6" creationId="{12FA079D-B602-043A-D8FD-ACBA2F777C32}"/>
          </ac:spMkLst>
        </pc:spChg>
        <pc:spChg chg="add">
          <ac:chgData name="純平 福山" userId="0ddd5dda7dc6d7e0" providerId="LiveId" clId="{D2577A61-EE44-4CFB-A9FF-9DA9FB575A26}" dt="2026-06-12T07:53:08.260" v="81" actId="22"/>
          <ac:spMkLst>
            <pc:docMk/>
            <pc:sldMk cId="2415329353" sldId="261"/>
            <ac:spMk id="9" creationId="{12B0E4C7-DBC2-310F-CA71-27F7774EBA47}"/>
          </ac:spMkLst>
        </pc:spChg>
        <pc:spChg chg="mod">
          <ac:chgData name="純平 福山" userId="0ddd5dda7dc6d7e0" providerId="LiveId" clId="{D2577A61-EE44-4CFB-A9FF-9DA9FB575A26}" dt="2026-06-12T08:09:25.180" v="318"/>
          <ac:spMkLst>
            <pc:docMk/>
            <pc:sldMk cId="2415329353" sldId="261"/>
            <ac:spMk id="22" creationId="{7C7A693E-CBD4-06F8-2141-0B388B86FB03}"/>
          </ac:spMkLst>
        </pc:spChg>
        <pc:spChg chg="mod">
          <ac:chgData name="純平 福山" userId="0ddd5dda7dc6d7e0" providerId="LiveId" clId="{D2577A61-EE44-4CFB-A9FF-9DA9FB575A26}" dt="2026-06-12T08:09:30.883" v="323" actId="20577"/>
          <ac:spMkLst>
            <pc:docMk/>
            <pc:sldMk cId="2415329353" sldId="261"/>
            <ac:spMk id="32" creationId="{B6332CF4-55FD-8676-79A7-07F386B44A42}"/>
          </ac:spMkLst>
        </pc:spChg>
        <pc:spChg chg="mod">
          <ac:chgData name="純平 福山" userId="0ddd5dda7dc6d7e0" providerId="LiveId" clId="{D2577A61-EE44-4CFB-A9FF-9DA9FB575A26}" dt="2026-06-12T08:09:25.180" v="318"/>
          <ac:spMkLst>
            <pc:docMk/>
            <pc:sldMk cId="2415329353" sldId="261"/>
            <ac:spMk id="34" creationId="{01326B1D-B05F-B58C-101B-C842AABB2B68}"/>
          </ac:spMkLst>
        </pc:spChg>
        <pc:spChg chg="mod">
          <ac:chgData name="純平 福山" userId="0ddd5dda7dc6d7e0" providerId="LiveId" clId="{D2577A61-EE44-4CFB-A9FF-9DA9FB575A26}" dt="2026-06-12T08:09:25.180" v="318"/>
          <ac:spMkLst>
            <pc:docMk/>
            <pc:sldMk cId="2415329353" sldId="261"/>
            <ac:spMk id="36" creationId="{0104CD78-766B-6433-4A27-2C05A48118A4}"/>
          </ac:spMkLst>
        </pc:spChg>
        <pc:spChg chg="mod">
          <ac:chgData name="純平 福山" userId="0ddd5dda7dc6d7e0" providerId="LiveId" clId="{D2577A61-EE44-4CFB-A9FF-9DA9FB575A26}" dt="2026-06-12T08:09:40.105" v="324"/>
          <ac:spMkLst>
            <pc:docMk/>
            <pc:sldMk cId="2415329353" sldId="261"/>
            <ac:spMk id="48" creationId="{8AE50100-45BB-8D49-0E40-4F8E0841D81A}"/>
          </ac:spMkLst>
        </pc:spChg>
        <pc:spChg chg="mod">
          <ac:chgData name="純平 福山" userId="0ddd5dda7dc6d7e0" providerId="LiveId" clId="{D2577A61-EE44-4CFB-A9FF-9DA9FB575A26}" dt="2026-06-12T08:09:43.801" v="325"/>
          <ac:spMkLst>
            <pc:docMk/>
            <pc:sldMk cId="2415329353" sldId="261"/>
            <ac:spMk id="59" creationId="{1920F7F8-B80C-FD4D-BE09-511C2BE15E85}"/>
          </ac:spMkLst>
        </pc:spChg>
        <pc:grpChg chg="mod">
          <ac:chgData name="純平 福山" userId="0ddd5dda7dc6d7e0" providerId="LiveId" clId="{D2577A61-EE44-4CFB-A9FF-9DA9FB575A26}" dt="2026-06-12T08:09:25.180" v="318"/>
          <ac:grpSpMkLst>
            <pc:docMk/>
            <pc:sldMk cId="2415329353" sldId="261"/>
            <ac:grpSpMk id="5" creationId="{38DA0D45-9F42-3FB2-4934-F7F9F3F8D113}"/>
          </ac:grpSpMkLst>
        </pc:grpChg>
        <pc:grpChg chg="mod">
          <ac:chgData name="純平 福山" userId="0ddd5dda7dc6d7e0" providerId="LiveId" clId="{D2577A61-EE44-4CFB-A9FF-9DA9FB575A26}" dt="2026-06-12T08:09:25.180" v="318"/>
          <ac:grpSpMkLst>
            <pc:docMk/>
            <pc:sldMk cId="2415329353" sldId="261"/>
            <ac:grpSpMk id="7" creationId="{03710E74-9C22-5292-F9EE-9E33360D3598}"/>
          </ac:grpSpMkLst>
        </pc:grpChg>
        <pc:cxnChg chg="mod">
          <ac:chgData name="純平 福山" userId="0ddd5dda7dc6d7e0" providerId="LiveId" clId="{D2577A61-EE44-4CFB-A9FF-9DA9FB575A26}" dt="2026-06-12T08:09:25.180" v="318"/>
          <ac:cxnSpMkLst>
            <pc:docMk/>
            <pc:sldMk cId="2415329353" sldId="261"/>
            <ac:cxnSpMk id="26" creationId="{7EB0BEBF-2DEC-D310-9D82-1D9946783BF4}"/>
          </ac:cxnSpMkLst>
        </pc:cxnChg>
        <pc:cxnChg chg="mod">
          <ac:chgData name="純平 福山" userId="0ddd5dda7dc6d7e0" providerId="LiveId" clId="{D2577A61-EE44-4CFB-A9FF-9DA9FB575A26}" dt="2026-06-12T08:09:25.180" v="318"/>
          <ac:cxnSpMkLst>
            <pc:docMk/>
            <pc:sldMk cId="2415329353" sldId="261"/>
            <ac:cxnSpMk id="31" creationId="{ADA0821A-C251-FF78-A5FF-7113599DF68E}"/>
          </ac:cxnSpMkLst>
        </pc:cxnChg>
      </pc:sldChg>
      <pc:sldChg chg="addSp delSp modSp mod">
        <pc:chgData name="純平 福山" userId="0ddd5dda7dc6d7e0" providerId="LiveId" clId="{D2577A61-EE44-4CFB-A9FF-9DA9FB575A26}" dt="2026-06-12T08:10:22.344" v="350"/>
        <pc:sldMkLst>
          <pc:docMk/>
          <pc:sldMk cId="3501879787" sldId="262"/>
        </pc:sldMkLst>
        <pc:spChg chg="add">
          <ac:chgData name="純平 福山" userId="0ddd5dda7dc6d7e0" providerId="LiveId" clId="{D2577A61-EE44-4CFB-A9FF-9DA9FB575A26}" dt="2026-06-12T07:53:22.536" v="85" actId="22"/>
          <ac:spMkLst>
            <pc:docMk/>
            <pc:sldMk cId="3501879787" sldId="262"/>
            <ac:spMk id="38" creationId="{222B4D2A-5BBB-9CA0-6122-2B210FD8DD09}"/>
          </ac:spMkLst>
        </pc:spChg>
        <pc:spChg chg="mod">
          <ac:chgData name="純平 福山" userId="0ddd5dda7dc6d7e0" providerId="LiveId" clId="{D2577A61-EE44-4CFB-A9FF-9DA9FB575A26}" dt="2026-06-12T08:10:08.058" v="346"/>
          <ac:spMkLst>
            <pc:docMk/>
            <pc:sldMk cId="3501879787" sldId="262"/>
            <ac:spMk id="41" creationId="{A335991E-88B3-EE0F-339C-BDBD68864CF1}"/>
          </ac:spMkLst>
        </pc:spChg>
      </pc:sldChg>
      <pc:sldChg chg="addSp delSp modSp mod">
        <pc:chgData name="純平 福山" userId="0ddd5dda7dc6d7e0" providerId="LiveId" clId="{D2577A61-EE44-4CFB-A9FF-9DA9FB575A26}" dt="2026-06-17T05:57:03.901" v="1760" actId="1076"/>
        <pc:sldMkLst>
          <pc:docMk/>
          <pc:sldMk cId="530921877" sldId="263"/>
        </pc:sldMkLst>
        <pc:spChg chg="mod">
          <ac:chgData name="純平 福山" userId="0ddd5dda7dc6d7e0" providerId="LiveId" clId="{D2577A61-EE44-4CFB-A9FF-9DA9FB575A26}" dt="2026-06-12T08:08:45.312" v="314" actId="20577"/>
          <ac:spMkLst>
            <pc:docMk/>
            <pc:sldMk cId="530921877" sldId="263"/>
            <ac:spMk id="9" creationId="{318F48FF-43F7-93D5-6123-B5408ECF91F9}"/>
          </ac:spMkLst>
        </pc:spChg>
        <pc:spChg chg="add mod">
          <ac:chgData name="純平 福山" userId="0ddd5dda7dc6d7e0" providerId="LiveId" clId="{D2577A61-EE44-4CFB-A9FF-9DA9FB575A26}" dt="2026-06-15T01:17:55.378" v="997" actId="20577"/>
          <ac:spMkLst>
            <pc:docMk/>
            <pc:sldMk cId="530921877" sldId="263"/>
            <ac:spMk id="15" creationId="{6D32AD21-2B89-32AC-E398-C2EE4B673F35}"/>
          </ac:spMkLst>
        </pc:spChg>
        <pc:spChg chg="add">
          <ac:chgData name="純平 福山" userId="0ddd5dda7dc6d7e0" providerId="LiveId" clId="{D2577A61-EE44-4CFB-A9FF-9DA9FB575A26}" dt="2026-06-12T07:53:05.588" v="80" actId="22"/>
          <ac:spMkLst>
            <pc:docMk/>
            <pc:sldMk cId="530921877" sldId="263"/>
            <ac:spMk id="21" creationId="{B78DA694-79B1-7A4D-B0F4-287E58A27397}"/>
          </ac:spMkLst>
        </pc:spChg>
        <pc:spChg chg="add mod">
          <ac:chgData name="純平 福山" userId="0ddd5dda7dc6d7e0" providerId="LiveId" clId="{D2577A61-EE44-4CFB-A9FF-9DA9FB575A26}" dt="2026-06-15T01:49:00.514" v="1137" actId="20577"/>
          <ac:spMkLst>
            <pc:docMk/>
            <pc:sldMk cId="530921877" sldId="263"/>
            <ac:spMk id="24" creationId="{8600063E-EA66-B2A4-480E-177162F35B20}"/>
          </ac:spMkLst>
        </pc:spChg>
        <pc:spChg chg="mod">
          <ac:chgData name="純平 福山" userId="0ddd5dda7dc6d7e0" providerId="LiveId" clId="{D2577A61-EE44-4CFB-A9FF-9DA9FB575A26}" dt="2026-06-15T06:12:02.640" v="1580" actId="1035"/>
          <ac:spMkLst>
            <pc:docMk/>
            <pc:sldMk cId="530921877" sldId="263"/>
            <ac:spMk id="57" creationId="{F7D08836-0ECB-2577-9964-C29583B76A0F}"/>
          </ac:spMkLst>
        </pc:spChg>
        <pc:spChg chg="mod">
          <ac:chgData name="純平 福山" userId="0ddd5dda7dc6d7e0" providerId="LiveId" clId="{D2577A61-EE44-4CFB-A9FF-9DA9FB575A26}" dt="2026-06-15T01:13:45.029" v="910" actId="20577"/>
          <ac:spMkLst>
            <pc:docMk/>
            <pc:sldMk cId="530921877" sldId="263"/>
            <ac:spMk id="59" creationId="{63AC3DC3-0848-49C4-4DA1-DB5158A90DB2}"/>
          </ac:spMkLst>
        </pc:spChg>
        <pc:spChg chg="mod">
          <ac:chgData name="純平 福山" userId="0ddd5dda7dc6d7e0" providerId="LiveId" clId="{D2577A61-EE44-4CFB-A9FF-9DA9FB575A26}" dt="2026-06-15T01:13:51.026" v="919" actId="20577"/>
          <ac:spMkLst>
            <pc:docMk/>
            <pc:sldMk cId="530921877" sldId="263"/>
            <ac:spMk id="61" creationId="{BB59B975-8D7D-EAF7-4236-69DCF178761D}"/>
          </ac:spMkLst>
        </pc:spChg>
        <pc:grpChg chg="mod">
          <ac:chgData name="純平 福山" userId="0ddd5dda7dc6d7e0" providerId="LiveId" clId="{D2577A61-EE44-4CFB-A9FF-9DA9FB575A26}" dt="2026-06-17T05:57:03.901" v="1760" actId="1076"/>
          <ac:grpSpMkLst>
            <pc:docMk/>
            <pc:sldMk cId="530921877" sldId="263"/>
            <ac:grpSpMk id="31" creationId="{DBEA6761-1033-9F5F-3AB1-A4ED7BF9DCD0}"/>
          </ac:grpSpMkLst>
        </pc:grpChg>
      </pc:sldChg>
      <pc:sldChg chg="addSp delSp modSp mod ord">
        <pc:chgData name="純平 福山" userId="0ddd5dda7dc6d7e0" providerId="LiveId" clId="{D2577A61-EE44-4CFB-A9FF-9DA9FB575A26}" dt="2026-06-15T02:56:12.882" v="1430" actId="20578"/>
        <pc:sldMkLst>
          <pc:docMk/>
          <pc:sldMk cId="990889311" sldId="264"/>
        </pc:sldMkLst>
        <pc:spChg chg="add del">
          <ac:chgData name="純平 福山" userId="0ddd5dda7dc6d7e0" providerId="LiveId" clId="{D2577A61-EE44-4CFB-A9FF-9DA9FB575A26}" dt="2026-06-12T07:53:33.209" v="89" actId="478"/>
          <ac:spMkLst>
            <pc:docMk/>
            <pc:sldMk cId="990889311" sldId="264"/>
            <ac:spMk id="2" creationId="{ABCD151E-AE55-4358-885B-3ED14C1335AB}"/>
          </ac:spMkLst>
        </pc:spChg>
        <pc:spChg chg="mod">
          <ac:chgData name="純平 福山" userId="0ddd5dda7dc6d7e0" providerId="LiveId" clId="{D2577A61-EE44-4CFB-A9FF-9DA9FB575A26}" dt="2026-06-12T08:10:39.636" v="352" actId="20577"/>
          <ac:spMkLst>
            <pc:docMk/>
            <pc:sldMk cId="990889311" sldId="264"/>
            <ac:spMk id="3" creationId="{D7468A17-D3FC-43A5-FE84-072AE0F9B4FB}"/>
          </ac:spMkLst>
        </pc:spChg>
        <pc:spChg chg="mod">
          <ac:chgData name="純平 福山" userId="0ddd5dda7dc6d7e0" providerId="LiveId" clId="{D2577A61-EE44-4CFB-A9FF-9DA9FB575A26}" dt="2026-06-12T08:10:47.750" v="353"/>
          <ac:spMkLst>
            <pc:docMk/>
            <pc:sldMk cId="990889311" sldId="264"/>
            <ac:spMk id="5" creationId="{EEEBB7DF-FB96-8A83-E6BA-8AEAD8859B42}"/>
          </ac:spMkLst>
        </pc:spChg>
        <pc:spChg chg="add mod">
          <ac:chgData name="純平 福山" userId="0ddd5dda7dc6d7e0" providerId="LiveId" clId="{D2577A61-EE44-4CFB-A9FF-9DA9FB575A26}" dt="2026-06-15T02:01:48.398" v="1307" actId="20577"/>
          <ac:spMkLst>
            <pc:docMk/>
            <pc:sldMk cId="990889311" sldId="264"/>
            <ac:spMk id="6" creationId="{E0EDF9B9-4D90-9B10-890C-D3FDF036BFF9}"/>
          </ac:spMkLst>
        </pc:spChg>
        <pc:spChg chg="mod">
          <ac:chgData name="純平 福山" userId="0ddd5dda7dc6d7e0" providerId="LiveId" clId="{D2577A61-EE44-4CFB-A9FF-9DA9FB575A26}" dt="2026-06-12T08:10:52.736" v="354"/>
          <ac:spMkLst>
            <pc:docMk/>
            <pc:sldMk cId="990889311" sldId="264"/>
            <ac:spMk id="7" creationId="{AF97DA25-F5F3-B6A2-B5CE-7151D64EB7AC}"/>
          </ac:spMkLst>
        </pc:spChg>
        <pc:spChg chg="mod">
          <ac:chgData name="純平 福山" userId="0ddd5dda7dc6d7e0" providerId="LiveId" clId="{D2577A61-EE44-4CFB-A9FF-9DA9FB575A26}" dt="2026-06-15T02:04:51.273" v="1326" actId="20577"/>
          <ac:spMkLst>
            <pc:docMk/>
            <pc:sldMk cId="990889311" sldId="264"/>
            <ac:spMk id="9" creationId="{C1F14251-4A64-82ED-1E97-A0EBEAC75C27}"/>
          </ac:spMkLst>
        </pc:spChg>
        <pc:spChg chg="add">
          <ac:chgData name="純平 福山" userId="0ddd5dda7dc6d7e0" providerId="LiveId" clId="{D2577A61-EE44-4CFB-A9FF-9DA9FB575A26}" dt="2026-06-12T07:53:28.967" v="87" actId="22"/>
          <ac:spMkLst>
            <pc:docMk/>
            <pc:sldMk cId="990889311" sldId="264"/>
            <ac:spMk id="10" creationId="{B42D012C-0006-F966-1B05-42FF3D8F17BF}"/>
          </ac:spMkLst>
        </pc:spChg>
        <pc:spChg chg="add mod">
          <ac:chgData name="純平 福山" userId="0ddd5dda7dc6d7e0" providerId="LiveId" clId="{D2577A61-EE44-4CFB-A9FF-9DA9FB575A26}" dt="2026-06-15T02:04:25.002" v="1311" actId="14100"/>
          <ac:spMkLst>
            <pc:docMk/>
            <pc:sldMk cId="990889311" sldId="264"/>
            <ac:spMk id="11" creationId="{7732216F-1D3D-88DC-4DEE-073849FB1F2B}"/>
          </ac:spMkLst>
        </pc:spChg>
        <pc:graphicFrameChg chg="mod modGraphic">
          <ac:chgData name="純平 福山" userId="0ddd5dda7dc6d7e0" providerId="LiveId" clId="{D2577A61-EE44-4CFB-A9FF-9DA9FB575A26}" dt="2026-06-12T08:11:15.383" v="362"/>
          <ac:graphicFrameMkLst>
            <pc:docMk/>
            <pc:sldMk cId="990889311" sldId="264"/>
            <ac:graphicFrameMk id="38" creationId="{61333D83-B631-F126-70BA-7AA5D0B821E8}"/>
          </ac:graphicFrameMkLst>
        </pc:graphicFrameChg>
      </pc:sldChg>
      <pc:sldChg chg="addSp delSp modSp mod ord">
        <pc:chgData name="純平 福山" userId="0ddd5dda7dc6d7e0" providerId="LiveId" clId="{D2577A61-EE44-4CFB-A9FF-9DA9FB575A26}" dt="2026-06-16T08:10:05.319" v="1758" actId="14100"/>
        <pc:sldMkLst>
          <pc:docMk/>
          <pc:sldMk cId="2763226507" sldId="265"/>
        </pc:sldMkLst>
        <pc:spChg chg="mod">
          <ac:chgData name="純平 福山" userId="0ddd5dda7dc6d7e0" providerId="LiveId" clId="{D2577A61-EE44-4CFB-A9FF-9DA9FB575A26}" dt="2026-06-12T07:54:02.787" v="93" actId="1076"/>
          <ac:spMkLst>
            <pc:docMk/>
            <pc:sldMk cId="2763226507" sldId="265"/>
            <ac:spMk id="2" creationId="{C188FF5A-4B1E-9A06-FBC4-001012051BA3}"/>
          </ac:spMkLst>
        </pc:spChg>
        <pc:spChg chg="mod">
          <ac:chgData name="純平 福山" userId="0ddd5dda7dc6d7e0" providerId="LiveId" clId="{D2577A61-EE44-4CFB-A9FF-9DA9FB575A26}" dt="2026-06-12T08:11:33.320" v="363"/>
          <ac:spMkLst>
            <pc:docMk/>
            <pc:sldMk cId="2763226507" sldId="265"/>
            <ac:spMk id="4" creationId="{409497AC-DBAA-E442-2033-5B67F5C04A1C}"/>
          </ac:spMkLst>
        </pc:spChg>
        <pc:spChg chg="add">
          <ac:chgData name="純平 福山" userId="0ddd5dda7dc6d7e0" providerId="LiveId" clId="{D2577A61-EE44-4CFB-A9FF-9DA9FB575A26}" dt="2026-06-12T07:53:46.692" v="91" actId="22"/>
          <ac:spMkLst>
            <pc:docMk/>
            <pc:sldMk cId="2763226507" sldId="265"/>
            <ac:spMk id="5" creationId="{FF1C20A2-C5D2-EF38-D906-F650D86A9A71}"/>
          </ac:spMkLst>
        </pc:spChg>
        <pc:spChg chg="add mod">
          <ac:chgData name="純平 福山" userId="0ddd5dda7dc6d7e0" providerId="LiveId" clId="{D2577A61-EE44-4CFB-A9FF-9DA9FB575A26}" dt="2026-06-16T08:10:05.319" v="1758" actId="14100"/>
          <ac:spMkLst>
            <pc:docMk/>
            <pc:sldMk cId="2763226507" sldId="265"/>
            <ac:spMk id="6" creationId="{47151017-7245-E2DC-ECCE-911413D52A04}"/>
          </ac:spMkLst>
        </pc:spChg>
        <pc:spChg chg="mod">
          <ac:chgData name="純平 福山" userId="0ddd5dda7dc6d7e0" providerId="LiveId" clId="{D2577A61-EE44-4CFB-A9FF-9DA9FB575A26}" dt="2026-06-12T08:11:36.780" v="364"/>
          <ac:spMkLst>
            <pc:docMk/>
            <pc:sldMk cId="2763226507" sldId="265"/>
            <ac:spMk id="9" creationId="{CC03A04B-16CD-DFA5-D0C5-2A764875E40E}"/>
          </ac:spMkLst>
        </pc:spChg>
        <pc:spChg chg="mod">
          <ac:chgData name="純平 福山" userId="0ddd5dda7dc6d7e0" providerId="LiveId" clId="{D2577A61-EE44-4CFB-A9FF-9DA9FB575A26}" dt="2026-06-12T08:11:40.127" v="365"/>
          <ac:spMkLst>
            <pc:docMk/>
            <pc:sldMk cId="2763226507" sldId="265"/>
            <ac:spMk id="10" creationId="{857103A0-85E2-A0C0-4C05-2CDA67C80689}"/>
          </ac:spMkLst>
        </pc:spChg>
        <pc:spChg chg="mod">
          <ac:chgData name="純平 福山" userId="0ddd5dda7dc6d7e0" providerId="LiveId" clId="{D2577A61-EE44-4CFB-A9FF-9DA9FB575A26}" dt="2026-06-12T08:11:50.411" v="377" actId="20577"/>
          <ac:spMkLst>
            <pc:docMk/>
            <pc:sldMk cId="2763226507" sldId="265"/>
            <ac:spMk id="46" creationId="{A982AB3D-9C4B-3C4E-C642-FFCC9323A0A7}"/>
          </ac:spMkLst>
        </pc:spChg>
        <pc:graphicFrameChg chg="mod">
          <ac:chgData name="純平 福山" userId="0ddd5dda7dc6d7e0" providerId="LiveId" clId="{D2577A61-EE44-4CFB-A9FF-9DA9FB575A26}" dt="2026-06-12T07:54:24.906" v="108" actId="1035"/>
          <ac:graphicFrameMkLst>
            <pc:docMk/>
            <pc:sldMk cId="2763226507" sldId="265"/>
            <ac:graphicFrameMk id="7" creationId="{E26F398D-37F1-3421-B5CF-A14E89F5C134}"/>
          </ac:graphicFrameMkLst>
        </pc:graphicFrameChg>
        <pc:graphicFrameChg chg="mod">
          <ac:chgData name="純平 福山" userId="0ddd5dda7dc6d7e0" providerId="LiveId" clId="{D2577A61-EE44-4CFB-A9FF-9DA9FB575A26}" dt="2026-06-12T07:54:24.906" v="108" actId="1035"/>
          <ac:graphicFrameMkLst>
            <pc:docMk/>
            <pc:sldMk cId="2763226507" sldId="265"/>
            <ac:graphicFrameMk id="8" creationId="{981514F2-9D4E-D657-D645-6F0546AB043C}"/>
          </ac:graphicFrameMkLst>
        </pc:graphicFrameChg>
        <pc:graphicFrameChg chg="mod">
          <ac:chgData name="純平 福山" userId="0ddd5dda7dc6d7e0" providerId="LiveId" clId="{D2577A61-EE44-4CFB-A9FF-9DA9FB575A26}" dt="2026-06-12T07:54:24.906" v="108" actId="1035"/>
          <ac:graphicFrameMkLst>
            <pc:docMk/>
            <pc:sldMk cId="2763226507" sldId="265"/>
            <ac:graphicFrameMk id="38" creationId="{8538E49E-2A4F-700C-9464-EF5BC3B9DF9C}"/>
          </ac:graphicFrameMkLst>
        </pc:graphicFrameChg>
        <pc:cxnChg chg="mod">
          <ac:chgData name="純平 福山" userId="0ddd5dda7dc6d7e0" providerId="LiveId" clId="{D2577A61-EE44-4CFB-A9FF-9DA9FB575A26}" dt="2026-06-12T07:54:24.906" v="108" actId="1035"/>
          <ac:cxnSpMkLst>
            <pc:docMk/>
            <pc:sldMk cId="2763226507" sldId="265"/>
            <ac:cxnSpMk id="17" creationId="{1228EF00-A885-454E-4939-5F203B1AC441}"/>
          </ac:cxnSpMkLst>
        </pc:cxnChg>
      </pc:sldChg>
      <pc:sldChg chg="addSp delSp modSp add mod">
        <pc:chgData name="純平 福山" userId="0ddd5dda7dc6d7e0" providerId="LiveId" clId="{D2577A61-EE44-4CFB-A9FF-9DA9FB575A26}" dt="2026-06-15T06:22:06.026" v="1656" actId="1076"/>
        <pc:sldMkLst>
          <pc:docMk/>
          <pc:sldMk cId="397812482" sldId="267"/>
        </pc:sldMkLst>
        <pc:spChg chg="mod">
          <ac:chgData name="純平 福山" userId="0ddd5dda7dc6d7e0" providerId="LiveId" clId="{D2577A61-EE44-4CFB-A9FF-9DA9FB575A26}" dt="2026-06-15T06:18:42.540" v="1623" actId="1076"/>
          <ac:spMkLst>
            <pc:docMk/>
            <pc:sldMk cId="397812482" sldId="267"/>
            <ac:spMk id="3" creationId="{63E7F5C3-A7C0-C16D-4F85-02835D5635F2}"/>
          </ac:spMkLst>
        </pc:spChg>
        <pc:spChg chg="mod">
          <ac:chgData name="純平 福山" userId="0ddd5dda7dc6d7e0" providerId="LiveId" clId="{D2577A61-EE44-4CFB-A9FF-9DA9FB575A26}" dt="2026-06-15T06:17:34.018" v="1612"/>
          <ac:spMkLst>
            <pc:docMk/>
            <pc:sldMk cId="397812482" sldId="267"/>
            <ac:spMk id="8" creationId="{9A6473D6-98A8-BF3F-CE54-D1256CBE442D}"/>
          </ac:spMkLst>
        </pc:spChg>
        <pc:spChg chg="mod">
          <ac:chgData name="純平 福山" userId="0ddd5dda7dc6d7e0" providerId="LiveId" clId="{D2577A61-EE44-4CFB-A9FF-9DA9FB575A26}" dt="2026-06-15T06:17:31.873" v="1611"/>
          <ac:spMkLst>
            <pc:docMk/>
            <pc:sldMk cId="397812482" sldId="267"/>
            <ac:spMk id="13" creationId="{DD6BEF6A-6570-DA59-703D-F3F397864685}"/>
          </ac:spMkLst>
        </pc:spChg>
        <pc:spChg chg="mod">
          <ac:chgData name="純平 福山" userId="0ddd5dda7dc6d7e0" providerId="LiveId" clId="{D2577A61-EE44-4CFB-A9FF-9DA9FB575A26}" dt="2026-06-15T06:17:58.471" v="1615" actId="1076"/>
          <ac:spMkLst>
            <pc:docMk/>
            <pc:sldMk cId="397812482" sldId="267"/>
            <ac:spMk id="15" creationId="{0534333B-0C9B-FCB0-1A63-39327F48EDF1}"/>
          </ac:spMkLst>
        </pc:spChg>
        <pc:spChg chg="mod">
          <ac:chgData name="純平 福山" userId="0ddd5dda7dc6d7e0" providerId="LiveId" clId="{D2577A61-EE44-4CFB-A9FF-9DA9FB575A26}" dt="2026-06-15T06:17:36.167" v="1613"/>
          <ac:spMkLst>
            <pc:docMk/>
            <pc:sldMk cId="397812482" sldId="267"/>
            <ac:spMk id="17" creationId="{0A978DCB-44F0-2026-C3A8-6CA380E9886A}"/>
          </ac:spMkLst>
        </pc:spChg>
        <pc:spChg chg="mod">
          <ac:chgData name="純平 福山" userId="0ddd5dda7dc6d7e0" providerId="LiveId" clId="{D2577A61-EE44-4CFB-A9FF-9DA9FB575A26}" dt="2026-06-15T06:17:38.451" v="1614"/>
          <ac:spMkLst>
            <pc:docMk/>
            <pc:sldMk cId="397812482" sldId="267"/>
            <ac:spMk id="19" creationId="{24511380-3EB3-FEB7-C6C8-DDA727AA6EAF}"/>
          </ac:spMkLst>
        </pc:spChg>
        <pc:cxnChg chg="add mod">
          <ac:chgData name="純平 福山" userId="0ddd5dda7dc6d7e0" providerId="LiveId" clId="{D2577A61-EE44-4CFB-A9FF-9DA9FB575A26}" dt="2026-06-15T06:18:42.540" v="1623" actId="1076"/>
          <ac:cxnSpMkLst>
            <pc:docMk/>
            <pc:sldMk cId="397812482" sldId="267"/>
            <ac:cxnSpMk id="16" creationId="{B763CB32-AE6E-5B49-C7D9-78D012EC6C04}"/>
          </ac:cxnSpMkLst>
        </pc:cxnChg>
        <pc:cxnChg chg="add">
          <ac:chgData name="純平 福山" userId="0ddd5dda7dc6d7e0" providerId="LiveId" clId="{D2577A61-EE44-4CFB-A9FF-9DA9FB575A26}" dt="2026-06-15T06:19:19.852" v="1628" actId="11529"/>
          <ac:cxnSpMkLst>
            <pc:docMk/>
            <pc:sldMk cId="397812482" sldId="267"/>
            <ac:cxnSpMk id="23" creationId="{25B3DFD6-E3E8-9406-978F-FEAC83FAEEC4}"/>
          </ac:cxnSpMkLst>
        </pc:cxnChg>
        <pc:cxnChg chg="add mod">
          <ac:chgData name="純平 福山" userId="0ddd5dda7dc6d7e0" providerId="LiveId" clId="{D2577A61-EE44-4CFB-A9FF-9DA9FB575A26}" dt="2026-06-15T06:19:51.365" v="1635" actId="14100"/>
          <ac:cxnSpMkLst>
            <pc:docMk/>
            <pc:sldMk cId="397812482" sldId="267"/>
            <ac:cxnSpMk id="25" creationId="{C3494434-1C30-022F-A12B-7713E5336E16}"/>
          </ac:cxnSpMkLst>
        </pc:cxnChg>
        <pc:cxnChg chg="add mod">
          <ac:chgData name="純平 福山" userId="0ddd5dda7dc6d7e0" providerId="LiveId" clId="{D2577A61-EE44-4CFB-A9FF-9DA9FB575A26}" dt="2026-06-15T06:20:03.276" v="1639" actId="1076"/>
          <ac:cxnSpMkLst>
            <pc:docMk/>
            <pc:sldMk cId="397812482" sldId="267"/>
            <ac:cxnSpMk id="27" creationId="{289B9820-B934-AF82-5720-8D928ADA7A7F}"/>
          </ac:cxnSpMkLst>
        </pc:cxnChg>
        <pc:cxnChg chg="add mod">
          <ac:chgData name="純平 福山" userId="0ddd5dda7dc6d7e0" providerId="LiveId" clId="{D2577A61-EE44-4CFB-A9FF-9DA9FB575A26}" dt="2026-06-15T06:19:58.827" v="1638" actId="1076"/>
          <ac:cxnSpMkLst>
            <pc:docMk/>
            <pc:sldMk cId="397812482" sldId="267"/>
            <ac:cxnSpMk id="28" creationId="{B82B3F39-A074-2208-C11E-A5B7DF7C64A7}"/>
          </ac:cxnSpMkLst>
        </pc:cxnChg>
        <pc:cxnChg chg="add mod">
          <ac:chgData name="純平 福山" userId="0ddd5dda7dc6d7e0" providerId="LiveId" clId="{D2577A61-EE44-4CFB-A9FF-9DA9FB575A26}" dt="2026-06-15T06:20:58.274" v="1643" actId="14100"/>
          <ac:cxnSpMkLst>
            <pc:docMk/>
            <pc:sldMk cId="397812482" sldId="267"/>
            <ac:cxnSpMk id="30" creationId="{C079345F-DE60-3CC2-B3BC-ACAC197F16CE}"/>
          </ac:cxnSpMkLst>
        </pc:cxnChg>
        <pc:cxnChg chg="add mod">
          <ac:chgData name="純平 福山" userId="0ddd5dda7dc6d7e0" providerId="LiveId" clId="{D2577A61-EE44-4CFB-A9FF-9DA9FB575A26}" dt="2026-06-15T06:21:46.594" v="1650" actId="14100"/>
          <ac:cxnSpMkLst>
            <pc:docMk/>
            <pc:sldMk cId="397812482" sldId="267"/>
            <ac:cxnSpMk id="36" creationId="{1E06F14A-7182-9DC1-F1DA-A0FB07B428B6}"/>
          </ac:cxnSpMkLst>
        </pc:cxnChg>
        <pc:cxnChg chg="add mod">
          <ac:chgData name="純平 福山" userId="0ddd5dda7dc6d7e0" providerId="LiveId" clId="{D2577A61-EE44-4CFB-A9FF-9DA9FB575A26}" dt="2026-06-15T06:22:06.026" v="1656" actId="1076"/>
          <ac:cxnSpMkLst>
            <pc:docMk/>
            <pc:sldMk cId="397812482" sldId="267"/>
            <ac:cxnSpMk id="43" creationId="{6321E4BC-0D0B-D923-4138-39A4588AD4EE}"/>
          </ac:cxnSpMkLst>
        </pc:cxnChg>
        <pc:cxnChg chg="add mod">
          <ac:chgData name="純平 福山" userId="0ddd5dda7dc6d7e0" providerId="LiveId" clId="{D2577A61-EE44-4CFB-A9FF-9DA9FB575A26}" dt="2026-06-15T06:21:55.577" v="1655" actId="1076"/>
          <ac:cxnSpMkLst>
            <pc:docMk/>
            <pc:sldMk cId="397812482" sldId="267"/>
            <ac:cxnSpMk id="44" creationId="{B97DB2CA-E28E-546B-3CD0-AEEA1D5614DF}"/>
          </ac:cxnSpMkLst>
        </pc:cxnChg>
        <pc:cxnChg chg="add mod">
          <ac:chgData name="純平 福山" userId="0ddd5dda7dc6d7e0" providerId="LiveId" clId="{D2577A61-EE44-4CFB-A9FF-9DA9FB575A26}" dt="2026-06-15T06:21:53.530" v="1654" actId="1076"/>
          <ac:cxnSpMkLst>
            <pc:docMk/>
            <pc:sldMk cId="397812482" sldId="267"/>
            <ac:cxnSpMk id="46" creationId="{3FA36B09-4896-6F05-EECA-7BE71ED7BE0F}"/>
          </ac:cxnSpMkLst>
        </pc:cxnChg>
      </pc:sldChg>
      <pc:sldChg chg="modSp new mod">
        <pc:chgData name="純平 福山" userId="0ddd5dda7dc6d7e0" providerId="LiveId" clId="{D2577A61-EE44-4CFB-A9FF-9DA9FB575A26}" dt="2026-06-15T04:24:02.132" v="1579" actId="20577"/>
        <pc:sldMkLst>
          <pc:docMk/>
          <pc:sldMk cId="391914333" sldId="268"/>
        </pc:sldMkLst>
        <pc:spChg chg="mod">
          <ac:chgData name="純平 福山" userId="0ddd5dda7dc6d7e0" providerId="LiveId" clId="{D2577A61-EE44-4CFB-A9FF-9DA9FB575A26}" dt="2026-06-15T02:54:59.166" v="1362" actId="20577"/>
          <ac:spMkLst>
            <pc:docMk/>
            <pc:sldMk cId="391914333" sldId="268"/>
            <ac:spMk id="2" creationId="{F4503384-A11D-1122-1819-1D206036E5EC}"/>
          </ac:spMkLst>
        </pc:spChg>
        <pc:spChg chg="mod">
          <ac:chgData name="純平 福山" userId="0ddd5dda7dc6d7e0" providerId="LiveId" clId="{D2577A61-EE44-4CFB-A9FF-9DA9FB575A26}" dt="2026-06-15T04:24:02.132" v="1579" actId="20577"/>
          <ac:spMkLst>
            <pc:docMk/>
            <pc:sldMk cId="391914333" sldId="268"/>
            <ac:spMk id="3" creationId="{F5ED4427-4FBC-6FF3-4718-54418BA926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C30431-9E33-3BA9-5653-3FCA92589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89A451-ECF7-29A0-519D-7AF03CE3F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F5EDE4-C3A6-2419-FE9B-07292F95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1F2382-DD2F-DA09-B5D8-5C7B0175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66B037-D3AD-62D1-30F2-B94B5010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95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690A5F-FD44-0403-FBF7-51D486CE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5D3193-243C-03CD-32CC-B32384AC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7E3913-832C-B936-21A5-C46FE976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A6B9F5-3E8B-B36C-B624-87FE4C0B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CCDE01-FB83-311A-5302-6718AEA0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255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E84221-BB43-AB1B-58C0-4C6BFC70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AAB10A-8BAA-FD21-4A09-FB75ADEA0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F1538B-53D9-1889-58CD-86A8973E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A7C545-EF78-1C04-379F-409C3392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A8BDA6-4C6A-496B-FFCB-F0478269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216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78E2A-4E15-D850-B698-5CA0D599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DD3A15-A3AA-2502-7C63-54F66C8A9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08C5CB-6E9D-F0B7-0C47-C134C3FE3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6B2181-8CC6-5D2E-1E22-915AFD58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7DBC6C-05DF-BF1B-4C2D-BF4422A5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8BCB53-3095-598F-3690-9A174AF7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10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5F2F0-4F14-4D8B-BC81-CD8C1627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CF435C-CDCB-BB63-1E43-62F2C23F0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A6F2F6-83EC-66DD-15B8-9BC8EC900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D28DE24-4065-AC8C-4457-C46AE4B0D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20F2D8-A193-B74C-F555-7B9E3A1D5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0CEF47-96BC-37AC-789A-850C1E49F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687BD69-CF2B-8AB0-FF1F-06EAE767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394C4F-3DE1-ABD7-D293-D8683482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36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8A38F4-8D2E-84E7-72E5-497070B0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DF0FBB-B4C9-BE87-7AA6-669A571D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BB90D4E-5EB2-608A-A04F-80A2BFEA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69A3E3-47F3-6884-C8FB-236994A5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28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C367AB-7F29-7524-01CB-FE6C80DF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8603226-5CAA-EB8E-A174-EE829FBC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CAF97A-5815-90C8-EF42-83C6E9A6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22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D1A7E3-710A-2D8C-5CA1-FEC4CFD8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40E87C-DF29-DA9E-021B-64F8BDA42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C00E47-A987-F144-BD83-BA51C53B9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9764DA-805D-6C8E-A580-34C34F05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0D9AAC-67B2-9A41-5471-1B483F1F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01D4AE-BFF1-ECA8-469D-43923CC8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250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9F221-72F2-E436-159A-F69A16055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36F757-D09D-D655-0EB9-6B007325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DB6D49-973A-6367-6B21-4C2851EF3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407039-6421-6881-205F-73C03381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ABBDA1-D32F-7CF9-7DDC-21C1C25E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8F9E33-C69C-AD39-8346-B8CA41A5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6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661D48-3176-1888-6EED-4D0F9C92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EC4399-3AF7-2FAC-BBE6-11695111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73CE9A-BC86-16C7-7681-0BB97413D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053E59-C0B2-688D-EE0B-DEE223FA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CE45C3-D2A2-595D-4196-A64FC304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74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151364B-3952-FB33-93AD-E9B9341A7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8BB15E-C7DB-1478-34CB-4E7E03AEB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12E727-E3B1-5D42-4E46-2F2AF89E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AAF42F-B6D1-7599-2339-F54D264B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6B3C91-6AFE-A6DC-E8A6-26E2CE4B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836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6FE752-5DD2-CC64-8576-ADB94579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A0272A-1A8D-0DD2-9945-F34B7C066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90019B-A8B0-A11C-EA9C-E1C688C69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648D8-3C51-49FB-A17D-E0C2657AAE8E}" type="datetimeFigureOut">
              <a:rPr kumimoji="1" lang="ja-JP" altLang="en-US" smtClean="0"/>
              <a:t>2026/6/18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F3F6AC-8920-A15F-B43D-B74E49243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055034-1BDB-B602-F958-0F321FFBB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57435-1B39-4E6E-8226-037696DA0B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09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D66AE-C15E-571D-6F7D-499CDEF6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A6473D6-98A8-BF3F-CE54-D1256CBE442D}"/>
              </a:ext>
            </a:extLst>
          </p:cNvPr>
          <p:cNvSpPr/>
          <p:nvPr/>
        </p:nvSpPr>
        <p:spPr>
          <a:xfrm>
            <a:off x="4650658" y="3142226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出庫完了報告画面</a:t>
            </a:r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6BEF6A-6570-DA59-703D-F3F397864685}"/>
              </a:ext>
            </a:extLst>
          </p:cNvPr>
          <p:cNvSpPr/>
          <p:nvPr/>
        </p:nvSpPr>
        <p:spPr>
          <a:xfrm>
            <a:off x="4650658" y="2211029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搬送指示一覧</a:t>
            </a:r>
            <a:r>
              <a:rPr lang="ja-JP" altLang="en-US"/>
              <a:t>画面</a:t>
            </a:r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534333B-0C9B-FCB0-1A63-39327F48EDF1}"/>
              </a:ext>
            </a:extLst>
          </p:cNvPr>
          <p:cNvSpPr/>
          <p:nvPr/>
        </p:nvSpPr>
        <p:spPr>
          <a:xfrm>
            <a:off x="4650658" y="1279832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搬送指示送信画面</a:t>
            </a:r>
            <a:endParaRPr kumimoji="1" lang="en-US" altLang="ja-JP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A978DCB-44F0-2026-C3A8-6CA380E9886A}"/>
              </a:ext>
            </a:extLst>
          </p:cNvPr>
          <p:cNvSpPr/>
          <p:nvPr/>
        </p:nvSpPr>
        <p:spPr>
          <a:xfrm>
            <a:off x="4650658" y="4073423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在庫一覧</a:t>
            </a:r>
            <a:r>
              <a:rPr lang="ja-JP" altLang="en-US"/>
              <a:t>画面</a:t>
            </a:r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4511380-3EB3-FEB7-C6C8-DDA727AA6EAF}"/>
              </a:ext>
            </a:extLst>
          </p:cNvPr>
          <p:cNvSpPr/>
          <p:nvPr/>
        </p:nvSpPr>
        <p:spPr>
          <a:xfrm>
            <a:off x="4650658" y="5004620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保管棚状態</a:t>
            </a:r>
            <a:r>
              <a:rPr lang="ja-JP" altLang="en-US"/>
              <a:t>画面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E7F5C3-A7C0-C16D-4F85-02835D5635F2}"/>
              </a:ext>
            </a:extLst>
          </p:cNvPr>
          <p:cNvSpPr/>
          <p:nvPr/>
        </p:nvSpPr>
        <p:spPr>
          <a:xfrm>
            <a:off x="1229427" y="1254121"/>
            <a:ext cx="1287763" cy="6140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メニュー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763CB32-AE6E-5B49-C7D9-78D012EC6C04}"/>
              </a:ext>
            </a:extLst>
          </p:cNvPr>
          <p:cNvCxnSpPr>
            <a:stCxn id="3" idx="3"/>
            <a:endCxn id="15" idx="1"/>
          </p:cNvCxnSpPr>
          <p:nvPr/>
        </p:nvCxnSpPr>
        <p:spPr>
          <a:xfrm>
            <a:off x="2517190" y="1561125"/>
            <a:ext cx="2133468" cy="12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25B3DFD6-E3E8-9406-978F-FEAC83FAEEC4}"/>
              </a:ext>
            </a:extLst>
          </p:cNvPr>
          <p:cNvCxnSpPr>
            <a:endCxn id="19" idx="1"/>
          </p:cNvCxnSpPr>
          <p:nvPr/>
        </p:nvCxnSpPr>
        <p:spPr>
          <a:xfrm rot="16200000" flipH="1">
            <a:off x="2005087" y="2653197"/>
            <a:ext cx="3737644" cy="15534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3494434-1C30-022F-A12B-7713E5336E16}"/>
              </a:ext>
            </a:extLst>
          </p:cNvPr>
          <p:cNvCxnSpPr>
            <a:cxnSpLocks/>
          </p:cNvCxnSpPr>
          <p:nvPr/>
        </p:nvCxnSpPr>
        <p:spPr>
          <a:xfrm>
            <a:off x="3097160" y="2495345"/>
            <a:ext cx="15534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89B9820-B934-AF82-5720-8D928ADA7A7F}"/>
              </a:ext>
            </a:extLst>
          </p:cNvPr>
          <p:cNvCxnSpPr>
            <a:cxnSpLocks/>
          </p:cNvCxnSpPr>
          <p:nvPr/>
        </p:nvCxnSpPr>
        <p:spPr>
          <a:xfrm>
            <a:off x="3097160" y="4367571"/>
            <a:ext cx="15534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82B3F39-A074-2208-C11E-A5B7DF7C64A7}"/>
              </a:ext>
            </a:extLst>
          </p:cNvPr>
          <p:cNvCxnSpPr>
            <a:cxnSpLocks/>
          </p:cNvCxnSpPr>
          <p:nvPr/>
        </p:nvCxnSpPr>
        <p:spPr>
          <a:xfrm>
            <a:off x="3097160" y="3444158"/>
            <a:ext cx="15534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C079345F-DE60-3CC2-B3BC-ACAC197F16CE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 flipH="1" flipV="1">
            <a:off x="1229427" y="1561125"/>
            <a:ext cx="6311913" cy="12855"/>
          </a:xfrm>
          <a:prstGeom prst="bentConnector5">
            <a:avLst>
              <a:gd name="adj1" fmla="val -41942"/>
              <a:gd name="adj2" fmla="val -36729918"/>
              <a:gd name="adj3" fmla="val 1036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1E06F14A-7182-9DC1-F1DA-A0FB07B428B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41340" y="2505177"/>
            <a:ext cx="2644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6321E4BC-0D0B-D923-4138-39A4588AD4EE}"/>
              </a:ext>
            </a:extLst>
          </p:cNvPr>
          <p:cNvCxnSpPr>
            <a:cxnSpLocks/>
          </p:cNvCxnSpPr>
          <p:nvPr/>
        </p:nvCxnSpPr>
        <p:spPr>
          <a:xfrm>
            <a:off x="7541340" y="3429000"/>
            <a:ext cx="2644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B97DB2CA-E28E-546B-3CD0-AEEA1D5614DF}"/>
              </a:ext>
            </a:extLst>
          </p:cNvPr>
          <p:cNvCxnSpPr>
            <a:cxnSpLocks/>
          </p:cNvCxnSpPr>
          <p:nvPr/>
        </p:nvCxnSpPr>
        <p:spPr>
          <a:xfrm>
            <a:off x="7541340" y="4367571"/>
            <a:ext cx="2644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3FA36B09-4896-6F05-EECA-7BE71ED7BE0F}"/>
              </a:ext>
            </a:extLst>
          </p:cNvPr>
          <p:cNvCxnSpPr>
            <a:cxnSpLocks/>
          </p:cNvCxnSpPr>
          <p:nvPr/>
        </p:nvCxnSpPr>
        <p:spPr>
          <a:xfrm>
            <a:off x="7541340" y="5301635"/>
            <a:ext cx="26448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6B6403-7267-B48E-A438-768BB05FA99A}"/>
              </a:ext>
            </a:extLst>
          </p:cNvPr>
          <p:cNvSpPr txBox="1"/>
          <p:nvPr/>
        </p:nvSpPr>
        <p:spPr>
          <a:xfrm>
            <a:off x="778966" y="559863"/>
            <a:ext cx="1668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C00000"/>
                </a:solidFill>
              </a:rPr>
              <a:t>画面遷移図</a:t>
            </a:r>
          </a:p>
        </p:txBody>
      </p:sp>
    </p:spTree>
    <p:extLst>
      <p:ext uri="{BB962C8B-B14F-4D97-AF65-F5344CB8AC3E}">
        <p14:creationId xmlns:p14="http://schemas.microsoft.com/office/powerpoint/2010/main" val="39781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779D2-F917-C21B-D618-6AB0B1CD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F3E77E6-2A4B-54B3-A30C-812708CB9954}"/>
              </a:ext>
            </a:extLst>
          </p:cNvPr>
          <p:cNvSpPr/>
          <p:nvPr/>
        </p:nvSpPr>
        <p:spPr>
          <a:xfrm>
            <a:off x="4306529" y="575187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0A6748F-7488-2E55-4C43-FD5FFA736185}"/>
              </a:ext>
            </a:extLst>
          </p:cNvPr>
          <p:cNvSpPr/>
          <p:nvPr/>
        </p:nvSpPr>
        <p:spPr>
          <a:xfrm>
            <a:off x="4650658" y="3142226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出庫完了報告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9E5A64-631B-1674-0982-002EB82363F4}"/>
              </a:ext>
            </a:extLst>
          </p:cNvPr>
          <p:cNvSpPr txBox="1"/>
          <p:nvPr/>
        </p:nvSpPr>
        <p:spPr>
          <a:xfrm>
            <a:off x="4650658" y="850491"/>
            <a:ext cx="28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C00000"/>
                </a:solidFill>
              </a:rPr>
              <a:t>メニュー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FFCB148-D396-796A-7522-10EDFA067607}"/>
              </a:ext>
            </a:extLst>
          </p:cNvPr>
          <p:cNvSpPr/>
          <p:nvPr/>
        </p:nvSpPr>
        <p:spPr>
          <a:xfrm>
            <a:off x="4650658" y="2211029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搬送指示一覧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67B48C6-DFB3-D458-4AE0-A82B8CCF2D96}"/>
              </a:ext>
            </a:extLst>
          </p:cNvPr>
          <p:cNvSpPr/>
          <p:nvPr/>
        </p:nvSpPr>
        <p:spPr>
          <a:xfrm>
            <a:off x="4650658" y="1279832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搬送指示送信</a:t>
            </a:r>
            <a:endParaRPr kumimoji="1" lang="en-US" altLang="ja-JP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D9894F5-81C5-B7DF-B719-6E1A0FA02C8E}"/>
              </a:ext>
            </a:extLst>
          </p:cNvPr>
          <p:cNvSpPr/>
          <p:nvPr/>
        </p:nvSpPr>
        <p:spPr>
          <a:xfrm>
            <a:off x="4650658" y="4073423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在庫一覧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3A7518F-C5E8-799F-2D9C-8F593D67DB26}"/>
              </a:ext>
            </a:extLst>
          </p:cNvPr>
          <p:cNvSpPr/>
          <p:nvPr/>
        </p:nvSpPr>
        <p:spPr>
          <a:xfrm>
            <a:off x="4650658" y="5004620"/>
            <a:ext cx="2890682" cy="588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保管棚状態</a:t>
            </a:r>
          </a:p>
        </p:txBody>
      </p:sp>
    </p:spTree>
    <p:extLst>
      <p:ext uri="{BB962C8B-B14F-4D97-AF65-F5344CB8AC3E}">
        <p14:creationId xmlns:p14="http://schemas.microsoft.com/office/powerpoint/2010/main" val="285525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96E3-29B0-83B9-80B5-D6F77E4B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9EA4D08-DF27-A598-C148-0FBFB9E617C8}"/>
              </a:ext>
            </a:extLst>
          </p:cNvPr>
          <p:cNvSpPr/>
          <p:nvPr/>
        </p:nvSpPr>
        <p:spPr>
          <a:xfrm>
            <a:off x="4306529" y="565355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EC39BF-2857-0344-9E7F-6AEAB399B611}"/>
              </a:ext>
            </a:extLst>
          </p:cNvPr>
          <p:cNvSpPr txBox="1"/>
          <p:nvPr/>
        </p:nvSpPr>
        <p:spPr>
          <a:xfrm>
            <a:off x="4708339" y="1544458"/>
            <a:ext cx="283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キャリア</a:t>
            </a:r>
            <a:r>
              <a:rPr kumimoji="1" lang="en-US" altLang="ja-JP"/>
              <a:t>ID</a:t>
            </a:r>
            <a:r>
              <a:rPr kumimoji="1" lang="ja-JP" altLang="en-US"/>
              <a:t>：</a:t>
            </a:r>
            <a:r>
              <a:rPr kumimoji="1" lang="en-US" altLang="ja-JP"/>
              <a:t> [ </a:t>
            </a:r>
            <a:r>
              <a:rPr lang="ja-JP" altLang="en-US" u="sng"/>
              <a:t>＿＿＿</a:t>
            </a:r>
            <a:r>
              <a:rPr kumimoji="1" lang="en-US" altLang="ja-JP"/>
              <a:t> 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1397EF3-953B-FFA2-5379-F723602A603D}"/>
              </a:ext>
            </a:extLst>
          </p:cNvPr>
          <p:cNvSpPr txBox="1"/>
          <p:nvPr/>
        </p:nvSpPr>
        <p:spPr>
          <a:xfrm>
            <a:off x="4602357" y="2043296"/>
            <a:ext cx="275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自動保管棚</a:t>
            </a:r>
            <a:r>
              <a:rPr lang="en-US" altLang="ja-JP"/>
              <a:t>ID</a:t>
            </a:r>
            <a:r>
              <a:rPr lang="ja-JP" altLang="en-US"/>
              <a:t>：</a:t>
            </a:r>
            <a:r>
              <a:rPr lang="en-US" altLang="ja-JP"/>
              <a:t>[ </a:t>
            </a:r>
            <a:r>
              <a:rPr lang="ja-JP" altLang="en-US"/>
              <a:t>＿＿▾</a:t>
            </a:r>
            <a:r>
              <a:rPr lang="en-US" altLang="ja-JP"/>
              <a:t> ]</a:t>
            </a:r>
            <a:endParaRPr kumimoji="1" lang="en-US" altLang="ja-JP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F2B8E28-0BD0-4E7C-E51D-60A84B4EF59B}"/>
              </a:ext>
            </a:extLst>
          </p:cNvPr>
          <p:cNvCxnSpPr/>
          <p:nvPr/>
        </p:nvCxnSpPr>
        <p:spPr>
          <a:xfrm>
            <a:off x="4296247" y="3928688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94351A3-7224-1081-4184-2699AF15A5E3}"/>
              </a:ext>
            </a:extLst>
          </p:cNvPr>
          <p:cNvCxnSpPr/>
          <p:nvPr/>
        </p:nvCxnSpPr>
        <p:spPr>
          <a:xfrm>
            <a:off x="4306529" y="1432560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9160EFD3-DD8E-1FC4-48B9-A91ED4F2F543}"/>
              </a:ext>
            </a:extLst>
          </p:cNvPr>
          <p:cNvSpPr/>
          <p:nvPr/>
        </p:nvSpPr>
        <p:spPr>
          <a:xfrm>
            <a:off x="4602356" y="3034802"/>
            <a:ext cx="1483362" cy="6197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入庫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30F94F5-846C-5D92-FC32-A847B9507142}"/>
              </a:ext>
            </a:extLst>
          </p:cNvPr>
          <p:cNvSpPr txBox="1"/>
          <p:nvPr/>
        </p:nvSpPr>
        <p:spPr>
          <a:xfrm>
            <a:off x="4650658" y="850491"/>
            <a:ext cx="28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>
                <a:solidFill>
                  <a:srgbClr val="C00000"/>
                </a:solidFill>
              </a:rPr>
              <a:t>搬送指示送信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C988B620-C562-23C0-8BC9-17EE66C0F40C}"/>
              </a:ext>
            </a:extLst>
          </p:cNvPr>
          <p:cNvSpPr/>
          <p:nvPr/>
        </p:nvSpPr>
        <p:spPr>
          <a:xfrm>
            <a:off x="6243913" y="3034802"/>
            <a:ext cx="1483362" cy="6197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出庫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7AA16D-8A52-F159-E2CB-EA3CE4724CE1}"/>
              </a:ext>
            </a:extLst>
          </p:cNvPr>
          <p:cNvSpPr txBox="1"/>
          <p:nvPr/>
        </p:nvSpPr>
        <p:spPr>
          <a:xfrm>
            <a:off x="5362881" y="2544228"/>
            <a:ext cx="144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結果表示</a:t>
            </a:r>
            <a:endParaRPr kumimoji="1" lang="en-US" altLang="ja-JP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35A471-F6FB-C6E2-A254-1395D1F2F705}"/>
              </a:ext>
            </a:extLst>
          </p:cNvPr>
          <p:cNvSpPr txBox="1"/>
          <p:nvPr/>
        </p:nvSpPr>
        <p:spPr>
          <a:xfrm>
            <a:off x="4493448" y="4092060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設備状態</a:t>
            </a:r>
            <a:endParaRPr kumimoji="1" lang="en-US" altLang="ja-JP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433B5953-F38A-54DB-645B-25C75A4C19AE}"/>
              </a:ext>
            </a:extLst>
          </p:cNvPr>
          <p:cNvSpPr/>
          <p:nvPr/>
        </p:nvSpPr>
        <p:spPr>
          <a:xfrm>
            <a:off x="5670906" y="4510274"/>
            <a:ext cx="994029" cy="3923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入庫可能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DD3918B-211A-6112-0D67-F1DAFC5E224B}"/>
              </a:ext>
            </a:extLst>
          </p:cNvPr>
          <p:cNvSpPr/>
          <p:nvPr/>
        </p:nvSpPr>
        <p:spPr>
          <a:xfrm>
            <a:off x="6710869" y="4511763"/>
            <a:ext cx="994029" cy="3923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出庫可能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4972383-0E54-8C5D-D063-4870FED16618}"/>
              </a:ext>
            </a:extLst>
          </p:cNvPr>
          <p:cNvSpPr txBox="1"/>
          <p:nvPr/>
        </p:nvSpPr>
        <p:spPr>
          <a:xfrm>
            <a:off x="4198374" y="4529818"/>
            <a:ext cx="189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自動保管棚</a:t>
            </a:r>
            <a:r>
              <a:rPr lang="en-US" altLang="ja-JP"/>
              <a:t>01</a:t>
            </a:r>
            <a:endParaRPr kumimoji="1" lang="en-US" altLang="ja-JP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75757C7-30BF-AE57-4B1A-C43295901A0E}"/>
              </a:ext>
            </a:extLst>
          </p:cNvPr>
          <p:cNvSpPr/>
          <p:nvPr/>
        </p:nvSpPr>
        <p:spPr>
          <a:xfrm>
            <a:off x="5670906" y="5052583"/>
            <a:ext cx="994029" cy="3923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入庫可能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7246963-FCC2-FE75-7B8A-2ACD3D07DC79}"/>
              </a:ext>
            </a:extLst>
          </p:cNvPr>
          <p:cNvSpPr/>
          <p:nvPr/>
        </p:nvSpPr>
        <p:spPr>
          <a:xfrm>
            <a:off x="6710869" y="5054072"/>
            <a:ext cx="994029" cy="3923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出庫可能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237AEED-36A5-D470-E2BE-912086B4BB1F}"/>
              </a:ext>
            </a:extLst>
          </p:cNvPr>
          <p:cNvSpPr/>
          <p:nvPr/>
        </p:nvSpPr>
        <p:spPr>
          <a:xfrm>
            <a:off x="5674045" y="5576717"/>
            <a:ext cx="994029" cy="3923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入庫可能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64DD93C7-1437-ABF0-6D0D-820B4C0618FA}"/>
              </a:ext>
            </a:extLst>
          </p:cNvPr>
          <p:cNvSpPr/>
          <p:nvPr/>
        </p:nvSpPr>
        <p:spPr>
          <a:xfrm>
            <a:off x="6714008" y="5578206"/>
            <a:ext cx="994029" cy="3923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出庫可能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F65806AC-DA28-19D1-9657-83D2F9534633}"/>
              </a:ext>
            </a:extLst>
          </p:cNvPr>
          <p:cNvSpPr/>
          <p:nvPr/>
        </p:nvSpPr>
        <p:spPr>
          <a:xfrm>
            <a:off x="4846702" y="5844312"/>
            <a:ext cx="781409" cy="4325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戻る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7EBC0B-24FD-26FB-14F5-F6FBD16A4860}"/>
              </a:ext>
            </a:extLst>
          </p:cNvPr>
          <p:cNvSpPr txBox="1"/>
          <p:nvPr/>
        </p:nvSpPr>
        <p:spPr>
          <a:xfrm>
            <a:off x="4188092" y="5064068"/>
            <a:ext cx="189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自動保管棚</a:t>
            </a:r>
            <a:r>
              <a:rPr lang="en-US" altLang="ja-JP"/>
              <a:t>02</a:t>
            </a:r>
            <a:endParaRPr kumimoji="1" lang="en-US" altLang="ja-JP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446C9E0-AFE1-1DA7-868E-DA6AFD1020B1}"/>
              </a:ext>
            </a:extLst>
          </p:cNvPr>
          <p:cNvSpPr txBox="1"/>
          <p:nvPr/>
        </p:nvSpPr>
        <p:spPr>
          <a:xfrm>
            <a:off x="4198374" y="5541025"/>
            <a:ext cx="189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自動保管棚</a:t>
            </a:r>
            <a:r>
              <a:rPr lang="en-US" altLang="ja-JP"/>
              <a:t>03</a:t>
            </a:r>
            <a:endParaRPr kumimoji="1" lang="en-US" altLang="ja-JP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828BE52D-B591-A62D-9305-32F3E4424464}"/>
              </a:ext>
            </a:extLst>
          </p:cNvPr>
          <p:cNvSpPr/>
          <p:nvPr/>
        </p:nvSpPr>
        <p:spPr>
          <a:xfrm>
            <a:off x="7870221" y="2467355"/>
            <a:ext cx="3185706" cy="612648"/>
          </a:xfrm>
          <a:prstGeom prst="wedgeRoundRectCallout">
            <a:avLst>
              <a:gd name="adj1" fmla="val -57197"/>
              <a:gd name="adj2" fmla="val 11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上記の選択した棚を入庫・出庫ボタンで指示可能</a:t>
            </a:r>
            <a:endParaRPr kumimoji="1" lang="en-US" altLang="ja-JP"/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404D95A5-5B8B-DD62-B0B4-4878CAF5393F}"/>
              </a:ext>
            </a:extLst>
          </p:cNvPr>
          <p:cNvSpPr/>
          <p:nvPr/>
        </p:nvSpPr>
        <p:spPr>
          <a:xfrm>
            <a:off x="7993626" y="4286502"/>
            <a:ext cx="3185706" cy="612648"/>
          </a:xfrm>
          <a:prstGeom prst="wedgeRoundRectCallout">
            <a:avLst>
              <a:gd name="adj1" fmla="val -57197"/>
              <a:gd name="adj2" fmla="val 11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入庫・出庫の状態（可能・不可能）表示</a:t>
            </a:r>
            <a:endParaRPr kumimoji="1" lang="en-US" altLang="ja-JP"/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47FE3C63-C5BC-42B2-3F1B-2A000D78A772}"/>
              </a:ext>
            </a:extLst>
          </p:cNvPr>
          <p:cNvSpPr/>
          <p:nvPr/>
        </p:nvSpPr>
        <p:spPr>
          <a:xfrm>
            <a:off x="1012668" y="4956676"/>
            <a:ext cx="3185706" cy="612648"/>
          </a:xfrm>
          <a:prstGeom prst="wedgeRoundRectCallout">
            <a:avLst>
              <a:gd name="adj1" fmla="val 63171"/>
              <a:gd name="adj2" fmla="val 13583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メニュー画面に戻る</a:t>
            </a:r>
            <a:endParaRPr kumimoji="1" lang="en-US" altLang="ja-JP"/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F969FAF2-B163-A622-9C3F-8519DB678D9F}"/>
              </a:ext>
            </a:extLst>
          </p:cNvPr>
          <p:cNvSpPr/>
          <p:nvPr/>
        </p:nvSpPr>
        <p:spPr>
          <a:xfrm>
            <a:off x="7867564" y="3530150"/>
            <a:ext cx="3185706" cy="612648"/>
          </a:xfrm>
          <a:prstGeom prst="wedgeRoundRectCallout">
            <a:avLst>
              <a:gd name="adj1" fmla="val -57197"/>
              <a:gd name="adj2" fmla="val 11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出庫：オンラインで在荷があれば点灯</a:t>
            </a:r>
            <a:endParaRPr kumimoji="1" lang="en-US" altLang="ja-JP"/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34F2D154-B6CE-C9AC-A08B-CCE8E05503B8}"/>
              </a:ext>
            </a:extLst>
          </p:cNvPr>
          <p:cNvSpPr/>
          <p:nvPr/>
        </p:nvSpPr>
        <p:spPr>
          <a:xfrm flipH="1">
            <a:off x="764371" y="3034802"/>
            <a:ext cx="3311625" cy="1058766"/>
          </a:xfrm>
          <a:prstGeom prst="wedgeRoundRectCallout">
            <a:avLst>
              <a:gd name="adj1" fmla="val -101264"/>
              <a:gd name="adj2" fmla="val 11345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入庫：オンラインで実行前の入庫の指示がなければ点灯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130711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72DA-9416-07D4-D7BC-58C17935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FFEB03C-7CB4-08CE-AFE5-1EC075FE464B}"/>
              </a:ext>
            </a:extLst>
          </p:cNvPr>
          <p:cNvSpPr/>
          <p:nvPr/>
        </p:nvSpPr>
        <p:spPr>
          <a:xfrm>
            <a:off x="4306529" y="575187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DC3FCAB-855E-66BA-EC33-77D6807AEB37}"/>
              </a:ext>
            </a:extLst>
          </p:cNvPr>
          <p:cNvCxnSpPr/>
          <p:nvPr/>
        </p:nvCxnSpPr>
        <p:spPr>
          <a:xfrm>
            <a:off x="4306529" y="1432560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9F3FDAD-55D8-30B1-5A3C-7CB13968DD40}"/>
              </a:ext>
            </a:extLst>
          </p:cNvPr>
          <p:cNvSpPr txBox="1"/>
          <p:nvPr/>
        </p:nvSpPr>
        <p:spPr>
          <a:xfrm>
            <a:off x="4650658" y="850491"/>
            <a:ext cx="289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C00000"/>
                </a:solidFill>
              </a:rPr>
              <a:t>搬送一覧表示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F7D08836-0ECB-2577-9964-C29583B76A0F}"/>
              </a:ext>
            </a:extLst>
          </p:cNvPr>
          <p:cNvSpPr/>
          <p:nvPr/>
        </p:nvSpPr>
        <p:spPr>
          <a:xfrm>
            <a:off x="6558272" y="2561782"/>
            <a:ext cx="1051556" cy="4978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履歴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3AC3DC3-0848-49C4-4DA1-DB5158A90DB2}"/>
              </a:ext>
            </a:extLst>
          </p:cNvPr>
          <p:cNvSpPr/>
          <p:nvPr/>
        </p:nvSpPr>
        <p:spPr>
          <a:xfrm>
            <a:off x="4455160" y="2562670"/>
            <a:ext cx="1051556" cy="49783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bg1"/>
                </a:solidFill>
              </a:rPr>
              <a:t>QUEUED</a:t>
            </a:r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BB59B975-8D7D-EAF7-4236-69DCF178761D}"/>
              </a:ext>
            </a:extLst>
          </p:cNvPr>
          <p:cNvSpPr/>
          <p:nvPr/>
        </p:nvSpPr>
        <p:spPr>
          <a:xfrm>
            <a:off x="5506716" y="2562670"/>
            <a:ext cx="1051556" cy="4978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/>
              <a:t>ACTIVE</a:t>
            </a:r>
            <a:endParaRPr kumimoji="1" lang="ja-JP" altLang="en-US" sz="1400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63F62356-E2ED-8166-7BD9-67AC8A2E6F1E}"/>
              </a:ext>
            </a:extLst>
          </p:cNvPr>
          <p:cNvSpPr txBox="1"/>
          <p:nvPr/>
        </p:nvSpPr>
        <p:spPr>
          <a:xfrm>
            <a:off x="4667050" y="1750950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搬送指示</a:t>
            </a:r>
            <a:endParaRPr kumimoji="1" lang="en-US" altLang="ja-JP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B78DA694-79B1-7A4D-B0F4-287E58A27397}"/>
              </a:ext>
            </a:extLst>
          </p:cNvPr>
          <p:cNvSpPr/>
          <p:nvPr/>
        </p:nvSpPr>
        <p:spPr>
          <a:xfrm>
            <a:off x="4846702" y="5844312"/>
            <a:ext cx="781409" cy="4325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戻る</a:t>
            </a: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6D32AD21-2B89-32AC-E398-C2EE4B673F35}"/>
              </a:ext>
            </a:extLst>
          </p:cNvPr>
          <p:cNvSpPr/>
          <p:nvPr/>
        </p:nvSpPr>
        <p:spPr>
          <a:xfrm>
            <a:off x="7885471" y="1432560"/>
            <a:ext cx="3185706" cy="612648"/>
          </a:xfrm>
          <a:prstGeom prst="wedgeRoundRectCallout">
            <a:avLst>
              <a:gd name="adj1" fmla="val -57197"/>
              <a:gd name="adj2" fmla="val 11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ja-JP"/>
              <a:t>選択した項目に応じて表示内容が変わる</a:t>
            </a:r>
            <a:endParaRPr lang="en-US" altLang="ja-JP"/>
          </a:p>
        </p:txBody>
      </p:sp>
      <p:sp>
        <p:nvSpPr>
          <p:cNvPr id="24" name="吹き出し: 角を丸めた四角形 23">
            <a:extLst>
              <a:ext uri="{FF2B5EF4-FFF2-40B4-BE49-F238E27FC236}">
                <a16:creationId xmlns:a16="http://schemas.microsoft.com/office/drawing/2014/main" id="{8600063E-EA66-B2A4-480E-177162F35B20}"/>
              </a:ext>
            </a:extLst>
          </p:cNvPr>
          <p:cNvSpPr/>
          <p:nvPr/>
        </p:nvSpPr>
        <p:spPr>
          <a:xfrm>
            <a:off x="7885471" y="4210082"/>
            <a:ext cx="3185706" cy="612648"/>
          </a:xfrm>
          <a:prstGeom prst="wedgeRoundRectCallout">
            <a:avLst>
              <a:gd name="adj1" fmla="val -57197"/>
              <a:gd name="adj2" fmla="val 11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例 入庫済み・出庫可能、入庫中、出庫済み等</a:t>
            </a:r>
            <a:endParaRPr kumimoji="1" lang="en-US" altLang="ja-JP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E440FD5-D1F4-0BF4-6386-DDD24A636811}"/>
              </a:ext>
            </a:extLst>
          </p:cNvPr>
          <p:cNvGrpSpPr/>
          <p:nvPr/>
        </p:nvGrpSpPr>
        <p:grpSpPr>
          <a:xfrm>
            <a:off x="4400819" y="3168421"/>
            <a:ext cx="3375733" cy="432581"/>
            <a:chOff x="4391583" y="3168421"/>
            <a:chExt cx="3375733" cy="68290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5F5A7073-3551-3450-ED29-BD8B0ABD6B57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260A9C86-55B5-A37A-866D-9C8084605254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475EA73E-C09A-AB4D-861D-C990EEA72E85}"/>
                </a:ext>
              </a:extLst>
            </p:cNvPr>
            <p:cNvCxnSpPr>
              <a:cxnSpLocks/>
            </p:cNvCxnSpPr>
            <p:nvPr/>
          </p:nvCxnSpPr>
          <p:spPr>
            <a:xfrm>
              <a:off x="5745480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75B30BCC-1AF9-0B88-88CC-2562B7DFB26A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31FA8A6-7D42-0C53-BDA4-88FF627FE7C0}"/>
                </a:ext>
              </a:extLst>
            </p:cNvPr>
            <p:cNvSpPr txBox="1"/>
            <p:nvPr/>
          </p:nvSpPr>
          <p:spPr>
            <a:xfrm>
              <a:off x="4391583" y="3314413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18F48FF-43F7-93D5-6123-B5408ECF91F9}"/>
                </a:ext>
              </a:extLst>
            </p:cNvPr>
            <p:cNvSpPr txBox="1"/>
            <p:nvPr/>
          </p:nvSpPr>
          <p:spPr>
            <a:xfrm>
              <a:off x="6422962" y="3314413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4A04586-4C84-E8D0-19B3-7ACAE9FEE782}"/>
                </a:ext>
              </a:extLst>
            </p:cNvPr>
            <p:cNvSpPr txBox="1"/>
            <p:nvPr/>
          </p:nvSpPr>
          <p:spPr>
            <a:xfrm>
              <a:off x="7035801" y="3212175"/>
              <a:ext cx="7315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kumimoji="1" lang="en-US" altLang="ja-JP" sz="1050"/>
                <a:t>/</a:t>
              </a:r>
            </a:p>
            <a:p>
              <a:pPr algn="ctr"/>
              <a:r>
                <a:rPr kumimoji="1" lang="ja-JP" altLang="en-US" sz="1050"/>
                <a:t>出庫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FA4080F-579C-841A-2803-7FDAEBC76173}"/>
                </a:ext>
              </a:extLst>
            </p:cNvPr>
            <p:cNvSpPr txBox="1"/>
            <p:nvPr/>
          </p:nvSpPr>
          <p:spPr>
            <a:xfrm>
              <a:off x="5730241" y="3327142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DCECE837-1704-867D-FDFB-7A0B164BC4D7}"/>
                </a:ext>
              </a:extLst>
            </p:cNvPr>
            <p:cNvCxnSpPr>
              <a:cxnSpLocks/>
            </p:cNvCxnSpPr>
            <p:nvPr/>
          </p:nvCxnSpPr>
          <p:spPr>
            <a:xfrm>
              <a:off x="6477921" y="3190007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DBEA6761-1033-9F5F-3AB1-A4ED7BF9DCD0}"/>
              </a:ext>
            </a:extLst>
          </p:cNvPr>
          <p:cNvGrpSpPr/>
          <p:nvPr/>
        </p:nvGrpSpPr>
        <p:grpSpPr>
          <a:xfrm>
            <a:off x="4397291" y="3571426"/>
            <a:ext cx="3375733" cy="432581"/>
            <a:chOff x="4391583" y="3168421"/>
            <a:chExt cx="3375733" cy="682901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2C9579DA-02F6-8531-023A-A2C11A9D318A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9A960010-6F63-D847-CDD8-B3BAB96AB3DF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6F1D5B1-15CC-8613-4E06-CDAB642AFE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5480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0427591F-DAE9-B5F6-4530-1D7024F2DC09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91E9B74D-102F-9A0C-75CD-A87FD84E3927}"/>
                </a:ext>
              </a:extLst>
            </p:cNvPr>
            <p:cNvSpPr txBox="1"/>
            <p:nvPr/>
          </p:nvSpPr>
          <p:spPr>
            <a:xfrm>
              <a:off x="4391583" y="3314413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7A86AC99-CC41-28D5-9D81-E9D9D48941B1}"/>
                </a:ext>
              </a:extLst>
            </p:cNvPr>
            <p:cNvSpPr txBox="1"/>
            <p:nvPr/>
          </p:nvSpPr>
          <p:spPr>
            <a:xfrm>
              <a:off x="6422962" y="3314413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CB974013-011C-B81C-9842-32438B3435AE}"/>
                </a:ext>
              </a:extLst>
            </p:cNvPr>
            <p:cNvSpPr txBox="1"/>
            <p:nvPr/>
          </p:nvSpPr>
          <p:spPr>
            <a:xfrm>
              <a:off x="7035801" y="3212175"/>
              <a:ext cx="7315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kumimoji="1" lang="en-US" altLang="ja-JP" sz="1050"/>
                <a:t>/</a:t>
              </a:r>
            </a:p>
            <a:p>
              <a:pPr algn="ctr"/>
              <a:r>
                <a:rPr kumimoji="1" lang="ja-JP" altLang="en-US" sz="1050"/>
                <a:t>出庫</a:t>
              </a: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D6F5D28-D033-D128-187A-D905A8216408}"/>
                </a:ext>
              </a:extLst>
            </p:cNvPr>
            <p:cNvSpPr txBox="1"/>
            <p:nvPr/>
          </p:nvSpPr>
          <p:spPr>
            <a:xfrm>
              <a:off x="5730241" y="3327142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A1C3181A-B8BB-61F0-F25E-2FD4C22AB961}"/>
                </a:ext>
              </a:extLst>
            </p:cNvPr>
            <p:cNvCxnSpPr>
              <a:cxnSpLocks/>
            </p:cNvCxnSpPr>
            <p:nvPr/>
          </p:nvCxnSpPr>
          <p:spPr>
            <a:xfrm>
              <a:off x="6477921" y="3190007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1A299919-4800-4BA9-FF6D-A44FBB753B95}"/>
              </a:ext>
            </a:extLst>
          </p:cNvPr>
          <p:cNvGrpSpPr/>
          <p:nvPr/>
        </p:nvGrpSpPr>
        <p:grpSpPr>
          <a:xfrm>
            <a:off x="4398895" y="4012020"/>
            <a:ext cx="3375733" cy="432581"/>
            <a:chOff x="4391583" y="3168421"/>
            <a:chExt cx="3375733" cy="682901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EDDBCCE6-27B9-0C99-68AC-5DD7B8CB3A3A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847589F-BC21-3953-FC97-5F9BAAC1E121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D53B0A61-7DF0-D48D-0127-EF6F73820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45480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2835D672-8490-D329-A4F9-5E4C86072C13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9A8AAD73-F81D-3622-58E1-0B8108BB1A25}"/>
                </a:ext>
              </a:extLst>
            </p:cNvPr>
            <p:cNvSpPr txBox="1"/>
            <p:nvPr/>
          </p:nvSpPr>
          <p:spPr>
            <a:xfrm>
              <a:off x="4391583" y="3314413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87F50A7C-4CB8-FA14-A100-8F018E6E27C5}"/>
                </a:ext>
              </a:extLst>
            </p:cNvPr>
            <p:cNvSpPr txBox="1"/>
            <p:nvPr/>
          </p:nvSpPr>
          <p:spPr>
            <a:xfrm>
              <a:off x="6422962" y="3314413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CC4D46FA-9905-75CE-7CB5-615F47AC172D}"/>
                </a:ext>
              </a:extLst>
            </p:cNvPr>
            <p:cNvSpPr txBox="1"/>
            <p:nvPr/>
          </p:nvSpPr>
          <p:spPr>
            <a:xfrm>
              <a:off x="7035801" y="3212175"/>
              <a:ext cx="7315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kumimoji="1" lang="en-US" altLang="ja-JP" sz="1050"/>
                <a:t>/</a:t>
              </a:r>
            </a:p>
            <a:p>
              <a:pPr algn="ctr"/>
              <a:r>
                <a:rPr kumimoji="1" lang="ja-JP" altLang="en-US" sz="1050"/>
                <a:t>出庫</a:t>
              </a: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72F5B75E-BE42-7297-B080-514EE8803966}"/>
                </a:ext>
              </a:extLst>
            </p:cNvPr>
            <p:cNvSpPr txBox="1"/>
            <p:nvPr/>
          </p:nvSpPr>
          <p:spPr>
            <a:xfrm>
              <a:off x="5730241" y="3327142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41A9B8AD-11E0-75AD-BD90-7FBC9F2746BD}"/>
                </a:ext>
              </a:extLst>
            </p:cNvPr>
            <p:cNvCxnSpPr>
              <a:cxnSpLocks/>
            </p:cNvCxnSpPr>
            <p:nvPr/>
          </p:nvCxnSpPr>
          <p:spPr>
            <a:xfrm>
              <a:off x="6477921" y="3190007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18C8BE48-A4ED-2F0B-B7CA-7A7376416C8F}"/>
              </a:ext>
            </a:extLst>
          </p:cNvPr>
          <p:cNvGrpSpPr/>
          <p:nvPr/>
        </p:nvGrpSpPr>
        <p:grpSpPr>
          <a:xfrm>
            <a:off x="4398895" y="4436384"/>
            <a:ext cx="3375733" cy="432581"/>
            <a:chOff x="4391583" y="3168421"/>
            <a:chExt cx="3375733" cy="682901"/>
          </a:xfrm>
        </p:grpSpPr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0C8FC79C-6A0B-A5CF-69B7-4412537734BF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A754A232-9424-BAFC-6BD6-DD5F0E52FBC6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13DFDB9E-C58A-49EF-97DC-D41ADA9C08CC}"/>
                </a:ext>
              </a:extLst>
            </p:cNvPr>
            <p:cNvCxnSpPr>
              <a:cxnSpLocks/>
            </p:cNvCxnSpPr>
            <p:nvPr/>
          </p:nvCxnSpPr>
          <p:spPr>
            <a:xfrm>
              <a:off x="5745480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282D56D4-A2EE-CD2F-BB7B-7E3D58AFEA47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F0BED7E1-609E-CAD9-EBB0-1D0E19CFE92C}"/>
                </a:ext>
              </a:extLst>
            </p:cNvPr>
            <p:cNvSpPr txBox="1"/>
            <p:nvPr/>
          </p:nvSpPr>
          <p:spPr>
            <a:xfrm>
              <a:off x="4391583" y="3314413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8A42E5F4-2F8E-9F91-76E9-F3DB49F0694F}"/>
                </a:ext>
              </a:extLst>
            </p:cNvPr>
            <p:cNvSpPr txBox="1"/>
            <p:nvPr/>
          </p:nvSpPr>
          <p:spPr>
            <a:xfrm>
              <a:off x="6422962" y="3314413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93460E31-1445-8F89-6D8E-AA1F980DD4A4}"/>
                </a:ext>
              </a:extLst>
            </p:cNvPr>
            <p:cNvSpPr txBox="1"/>
            <p:nvPr/>
          </p:nvSpPr>
          <p:spPr>
            <a:xfrm>
              <a:off x="7035801" y="3212175"/>
              <a:ext cx="7315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kumimoji="1" lang="en-US" altLang="ja-JP" sz="1050"/>
                <a:t>/</a:t>
              </a:r>
            </a:p>
            <a:p>
              <a:pPr algn="ctr"/>
              <a:r>
                <a:rPr kumimoji="1" lang="ja-JP" altLang="en-US" sz="1050"/>
                <a:t>出庫</a:t>
              </a: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8EC82BD6-A2E1-66B5-CE79-F97576036306}"/>
                </a:ext>
              </a:extLst>
            </p:cNvPr>
            <p:cNvSpPr txBox="1"/>
            <p:nvPr/>
          </p:nvSpPr>
          <p:spPr>
            <a:xfrm>
              <a:off x="5730241" y="3327142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93201417-998F-5EA9-ACCD-26E04F7B2B82}"/>
                </a:ext>
              </a:extLst>
            </p:cNvPr>
            <p:cNvCxnSpPr>
              <a:cxnSpLocks/>
            </p:cNvCxnSpPr>
            <p:nvPr/>
          </p:nvCxnSpPr>
          <p:spPr>
            <a:xfrm>
              <a:off x="6477921" y="3190007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148E1C10-A07B-2A67-EFAD-0B3BAB4ED188}"/>
              </a:ext>
            </a:extLst>
          </p:cNvPr>
          <p:cNvGrpSpPr/>
          <p:nvPr/>
        </p:nvGrpSpPr>
        <p:grpSpPr>
          <a:xfrm>
            <a:off x="4393895" y="4854724"/>
            <a:ext cx="3375733" cy="432581"/>
            <a:chOff x="4391583" y="3168421"/>
            <a:chExt cx="3375733" cy="682901"/>
          </a:xfrm>
        </p:grpSpPr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8759BCBB-9769-8C2B-2E01-62B0B02AF74A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BE36953E-AC23-5FC7-65C9-4E0932B90078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AF249673-AB20-42A3-5DA7-18B5FD0ACEAA}"/>
                </a:ext>
              </a:extLst>
            </p:cNvPr>
            <p:cNvCxnSpPr>
              <a:cxnSpLocks/>
            </p:cNvCxnSpPr>
            <p:nvPr/>
          </p:nvCxnSpPr>
          <p:spPr>
            <a:xfrm>
              <a:off x="5745480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8A510011-FA76-538C-273E-49CB6B15AF6B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71D5A63A-16BF-6DAB-5D46-35D8726E7259}"/>
                </a:ext>
              </a:extLst>
            </p:cNvPr>
            <p:cNvSpPr txBox="1"/>
            <p:nvPr/>
          </p:nvSpPr>
          <p:spPr>
            <a:xfrm>
              <a:off x="4391583" y="3314413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F53FDFA3-49B6-CE63-D099-A5D89D5FF5FB}"/>
                </a:ext>
              </a:extLst>
            </p:cNvPr>
            <p:cNvSpPr txBox="1"/>
            <p:nvPr/>
          </p:nvSpPr>
          <p:spPr>
            <a:xfrm>
              <a:off x="6422962" y="3314413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10E695C3-3936-96F2-ADDF-F19C4BCCFD04}"/>
                </a:ext>
              </a:extLst>
            </p:cNvPr>
            <p:cNvSpPr txBox="1"/>
            <p:nvPr/>
          </p:nvSpPr>
          <p:spPr>
            <a:xfrm>
              <a:off x="7035801" y="3212175"/>
              <a:ext cx="7315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kumimoji="1" lang="en-US" altLang="ja-JP" sz="1050"/>
                <a:t>/</a:t>
              </a:r>
            </a:p>
            <a:p>
              <a:pPr algn="ctr"/>
              <a:r>
                <a:rPr kumimoji="1" lang="ja-JP" altLang="en-US" sz="1050"/>
                <a:t>出庫</a:t>
              </a: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44652619-295A-8DC0-081E-6370DD91FCA6}"/>
                </a:ext>
              </a:extLst>
            </p:cNvPr>
            <p:cNvSpPr txBox="1"/>
            <p:nvPr/>
          </p:nvSpPr>
          <p:spPr>
            <a:xfrm>
              <a:off x="5730241" y="3327142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F47A8A31-1759-C0A4-8248-F4925DDC16D8}"/>
                </a:ext>
              </a:extLst>
            </p:cNvPr>
            <p:cNvCxnSpPr>
              <a:cxnSpLocks/>
            </p:cNvCxnSpPr>
            <p:nvPr/>
          </p:nvCxnSpPr>
          <p:spPr>
            <a:xfrm>
              <a:off x="6477921" y="3190007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A91443CC-8096-F437-7CEF-B8AB6D08B8AB}"/>
              </a:ext>
            </a:extLst>
          </p:cNvPr>
          <p:cNvGrpSpPr/>
          <p:nvPr/>
        </p:nvGrpSpPr>
        <p:grpSpPr>
          <a:xfrm>
            <a:off x="4393895" y="5269852"/>
            <a:ext cx="3375733" cy="432581"/>
            <a:chOff x="4391583" y="3168421"/>
            <a:chExt cx="3375733" cy="682901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40E7897F-B879-7FFE-053A-AFDE0D5280D2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EB304677-3C84-C2F3-7139-58E7D6F73B68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4CAAAAD1-EF5F-BABA-E17B-C781232630B1}"/>
                </a:ext>
              </a:extLst>
            </p:cNvPr>
            <p:cNvCxnSpPr>
              <a:cxnSpLocks/>
            </p:cNvCxnSpPr>
            <p:nvPr/>
          </p:nvCxnSpPr>
          <p:spPr>
            <a:xfrm>
              <a:off x="5745480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96172BFF-D6AB-ADAC-3510-83D112E87B0B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C6D652AA-83DD-1655-62DB-423E1C64B748}"/>
                </a:ext>
              </a:extLst>
            </p:cNvPr>
            <p:cNvSpPr txBox="1"/>
            <p:nvPr/>
          </p:nvSpPr>
          <p:spPr>
            <a:xfrm>
              <a:off x="4391583" y="3314413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BC78F9ED-BE36-38A0-D19D-15A479A81B1B}"/>
                </a:ext>
              </a:extLst>
            </p:cNvPr>
            <p:cNvSpPr txBox="1"/>
            <p:nvPr/>
          </p:nvSpPr>
          <p:spPr>
            <a:xfrm>
              <a:off x="6422962" y="3314413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A9EC9146-79EC-DD77-FFEA-3BBB5F542D0C}"/>
                </a:ext>
              </a:extLst>
            </p:cNvPr>
            <p:cNvSpPr txBox="1"/>
            <p:nvPr/>
          </p:nvSpPr>
          <p:spPr>
            <a:xfrm>
              <a:off x="7035801" y="3212175"/>
              <a:ext cx="73151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kumimoji="1" lang="en-US" altLang="ja-JP" sz="1050"/>
                <a:t>/</a:t>
              </a:r>
            </a:p>
            <a:p>
              <a:pPr algn="ctr"/>
              <a:r>
                <a:rPr kumimoji="1" lang="ja-JP" altLang="en-US" sz="1050"/>
                <a:t>出庫</a:t>
              </a:r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F518D701-5984-31A0-A6B5-A2EF70D18F00}"/>
                </a:ext>
              </a:extLst>
            </p:cNvPr>
            <p:cNvSpPr txBox="1"/>
            <p:nvPr/>
          </p:nvSpPr>
          <p:spPr>
            <a:xfrm>
              <a:off x="5730241" y="3327142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D8609C3D-18E2-57CF-714E-4AC87CBC47E6}"/>
                </a:ext>
              </a:extLst>
            </p:cNvPr>
            <p:cNvCxnSpPr>
              <a:cxnSpLocks/>
            </p:cNvCxnSpPr>
            <p:nvPr/>
          </p:nvCxnSpPr>
          <p:spPr>
            <a:xfrm>
              <a:off x="6477921" y="3190007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092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89EC-3E36-0066-C5EC-C7E604DA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C2B7C79-7DA8-CD1D-5FB5-F87836EBAE0F}"/>
              </a:ext>
            </a:extLst>
          </p:cNvPr>
          <p:cNvSpPr/>
          <p:nvPr/>
        </p:nvSpPr>
        <p:spPr>
          <a:xfrm>
            <a:off x="4306529" y="575187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F5A6332-F18B-B978-230B-8ABB6B31F1BC}"/>
              </a:ext>
            </a:extLst>
          </p:cNvPr>
          <p:cNvCxnSpPr/>
          <p:nvPr/>
        </p:nvCxnSpPr>
        <p:spPr>
          <a:xfrm>
            <a:off x="4293752" y="1578077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1F49EDB-E3A2-03A5-CB26-95C44B583F15}"/>
              </a:ext>
            </a:extLst>
          </p:cNvPr>
          <p:cNvSpPr txBox="1"/>
          <p:nvPr/>
        </p:nvSpPr>
        <p:spPr>
          <a:xfrm>
            <a:off x="1337403" y="657554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搬送情報</a:t>
            </a:r>
            <a:endParaRPr kumimoji="1" lang="en-US" altLang="ja-JP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454659C-B65D-63DC-2F91-B9C7009C0AB0}"/>
              </a:ext>
            </a:extLst>
          </p:cNvPr>
          <p:cNvSpPr txBox="1"/>
          <p:nvPr/>
        </p:nvSpPr>
        <p:spPr>
          <a:xfrm>
            <a:off x="4744721" y="744795"/>
            <a:ext cx="2757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solidFill>
                  <a:srgbClr val="C00000"/>
                </a:solidFill>
              </a:rPr>
              <a:t>出庫搬送完了報告受信</a:t>
            </a:r>
            <a:endParaRPr kumimoji="1" lang="en-US" altLang="ja-JP" sz="2000">
              <a:solidFill>
                <a:srgbClr val="C00000"/>
              </a:solidFill>
            </a:endParaRPr>
          </a:p>
          <a:p>
            <a:pPr algn="just"/>
            <a:r>
              <a:rPr kumimoji="1" lang="ja-JP" altLang="en-US" sz="2000">
                <a:solidFill>
                  <a:srgbClr val="C00000"/>
                </a:solidFill>
              </a:rPr>
              <a:t>払出完了報告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D1A8FBC-1C13-0BBE-5E29-C8F5F31C3DE2}"/>
              </a:ext>
            </a:extLst>
          </p:cNvPr>
          <p:cNvSpPr/>
          <p:nvPr/>
        </p:nvSpPr>
        <p:spPr>
          <a:xfrm>
            <a:off x="6168284" y="5906024"/>
            <a:ext cx="3578942" cy="85689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説明文</a:t>
            </a:r>
            <a:endParaRPr kumimoji="1" lang="en-US" altLang="ja-JP"/>
          </a:p>
          <a:p>
            <a:pPr algn="ctr"/>
            <a:r>
              <a:rPr lang="ja-JP" altLang="en-US"/>
              <a:t>自動保管棚</a:t>
            </a:r>
            <a:r>
              <a:rPr kumimoji="1" lang="ja-JP" altLang="en-US"/>
              <a:t>から搬送が完了しました。取り出し可能です。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3710E74-9C22-5292-F9EE-9E33360D3598}"/>
              </a:ext>
            </a:extLst>
          </p:cNvPr>
          <p:cNvGrpSpPr/>
          <p:nvPr/>
        </p:nvGrpSpPr>
        <p:grpSpPr>
          <a:xfrm>
            <a:off x="4410594" y="1863967"/>
            <a:ext cx="3474877" cy="1107171"/>
            <a:chOff x="4410594" y="1863967"/>
            <a:chExt cx="3474877" cy="110717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38DA0D45-9F42-3FB2-4934-F7F9F3F8D113}"/>
                </a:ext>
              </a:extLst>
            </p:cNvPr>
            <p:cNvGrpSpPr/>
            <p:nvPr/>
          </p:nvGrpSpPr>
          <p:grpSpPr>
            <a:xfrm>
              <a:off x="4410594" y="1863967"/>
              <a:ext cx="3474877" cy="470831"/>
              <a:chOff x="4391583" y="3168421"/>
              <a:chExt cx="3474877" cy="677224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7C7A693E-CBD4-06F8-2141-0B388B86FB03}"/>
                  </a:ext>
                </a:extLst>
              </p:cNvPr>
              <p:cNvSpPr/>
              <p:nvPr/>
            </p:nvSpPr>
            <p:spPr>
              <a:xfrm>
                <a:off x="4455160" y="3168421"/>
                <a:ext cx="3281680" cy="66131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77C15786-FCFE-58EE-AEA4-35CDF8A5C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5160" y="3829736"/>
                <a:ext cx="328168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7EB0BEBF-2DEC-D310-9D82-1D9946783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2056" y="3168421"/>
                <a:ext cx="0" cy="66131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ADA0821A-C251-FF78-A5FF-7113599DF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202" y="3168421"/>
                <a:ext cx="0" cy="66131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6332CF4-55FD-8676-79A7-07F386B44A42}"/>
                  </a:ext>
                </a:extLst>
              </p:cNvPr>
              <p:cNvSpPr txBox="1"/>
              <p:nvPr/>
            </p:nvSpPr>
            <p:spPr>
              <a:xfrm>
                <a:off x="4391583" y="3314413"/>
                <a:ext cx="1141764" cy="531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保管棚</a:t>
                </a:r>
                <a:r>
                  <a:rPr kumimoji="1" lang="en-US" altLang="ja-JP"/>
                  <a:t>01</a:t>
                </a:r>
                <a:endParaRPr kumimoji="1" lang="ja-JP" altLang="en-US"/>
              </a:p>
            </p:txBody>
          </p: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1326B1D-B05F-B58C-101B-C842AABB2B68}"/>
                  </a:ext>
                </a:extLst>
              </p:cNvPr>
              <p:cNvSpPr txBox="1"/>
              <p:nvPr/>
            </p:nvSpPr>
            <p:spPr>
              <a:xfrm>
                <a:off x="5166285" y="3280865"/>
                <a:ext cx="1924820" cy="4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400" err="1"/>
                  <a:t>CommandID</a:t>
                </a:r>
                <a:endParaRPr kumimoji="1" lang="ja-JP" altLang="en-US"/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0104CD78-766B-6433-4A27-2C05A48118A4}"/>
                  </a:ext>
                </a:extLst>
              </p:cNvPr>
              <p:cNvSpPr txBox="1"/>
              <p:nvPr/>
            </p:nvSpPr>
            <p:spPr>
              <a:xfrm>
                <a:off x="6535350" y="3280866"/>
                <a:ext cx="1331110" cy="531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err="1"/>
                  <a:t>CarrierID</a:t>
                </a:r>
                <a:endParaRPr lang="ja-JP" altLang="en-US"/>
              </a:p>
            </p:txBody>
          </p:sp>
        </p:grp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4EC344D5-C1DB-19E5-E39B-B38880549232}"/>
                </a:ext>
              </a:extLst>
            </p:cNvPr>
            <p:cNvSpPr/>
            <p:nvPr/>
          </p:nvSpPr>
          <p:spPr>
            <a:xfrm>
              <a:off x="5079605" y="2455571"/>
              <a:ext cx="537105" cy="515567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12FA079D-B602-043A-D8FD-ACBA2F777C32}"/>
                </a:ext>
              </a:extLst>
            </p:cNvPr>
            <p:cNvSpPr/>
            <p:nvPr/>
          </p:nvSpPr>
          <p:spPr>
            <a:xfrm>
              <a:off x="5764491" y="2455571"/>
              <a:ext cx="1377600" cy="51556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bg1"/>
                  </a:solidFill>
                </a:rPr>
                <a:t>✓払出完了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46870DC5-151F-8E5B-A1F5-F9D0DF638D37}"/>
              </a:ext>
            </a:extLst>
          </p:cNvPr>
          <p:cNvGrpSpPr/>
          <p:nvPr/>
        </p:nvGrpSpPr>
        <p:grpSpPr>
          <a:xfrm>
            <a:off x="4386008" y="3209004"/>
            <a:ext cx="3474877" cy="1107174"/>
            <a:chOff x="4410594" y="1863964"/>
            <a:chExt cx="3474877" cy="1107174"/>
          </a:xfrm>
        </p:grpSpPr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AE2D1D72-E3F0-3633-F325-F64C17AA3679}"/>
                </a:ext>
              </a:extLst>
            </p:cNvPr>
            <p:cNvGrpSpPr/>
            <p:nvPr/>
          </p:nvGrpSpPr>
          <p:grpSpPr>
            <a:xfrm>
              <a:off x="4410594" y="1863964"/>
              <a:ext cx="3474877" cy="470831"/>
              <a:chOff x="4391583" y="3168421"/>
              <a:chExt cx="3474877" cy="677225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06581582-1EE5-32BA-CCA5-4567E94B96AE}"/>
                  </a:ext>
                </a:extLst>
              </p:cNvPr>
              <p:cNvSpPr/>
              <p:nvPr/>
            </p:nvSpPr>
            <p:spPr>
              <a:xfrm>
                <a:off x="4455160" y="3168421"/>
                <a:ext cx="3281680" cy="66131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2F0CE966-A918-2E20-5B15-8FFF6ED8F6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5160" y="3829736"/>
                <a:ext cx="328168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8932CD9E-1948-F92C-4C16-9122D3D84D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2056" y="3168421"/>
                <a:ext cx="0" cy="66131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652357F5-CFBB-C396-5A00-EAB60D1ED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202" y="3168421"/>
                <a:ext cx="0" cy="66131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8AE50100-45BB-8D49-0E40-4F8E0841D81A}"/>
                  </a:ext>
                </a:extLst>
              </p:cNvPr>
              <p:cNvSpPr txBox="1"/>
              <p:nvPr/>
            </p:nvSpPr>
            <p:spPr>
              <a:xfrm>
                <a:off x="4391583" y="3314413"/>
                <a:ext cx="1141764" cy="531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保管棚</a:t>
                </a:r>
                <a:r>
                  <a:rPr kumimoji="1" lang="en-US" altLang="ja-JP"/>
                  <a:t>02</a:t>
                </a:r>
                <a:endParaRPr kumimoji="1" lang="ja-JP" altLang="en-US"/>
              </a:p>
            </p:txBody>
          </p:sp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27418B76-A433-9862-2B45-F90848F34966}"/>
                  </a:ext>
                </a:extLst>
              </p:cNvPr>
              <p:cNvSpPr txBox="1"/>
              <p:nvPr/>
            </p:nvSpPr>
            <p:spPr>
              <a:xfrm>
                <a:off x="5166285" y="3280865"/>
                <a:ext cx="1924820" cy="4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400" err="1"/>
                  <a:t>CommandID</a:t>
                </a:r>
                <a:endParaRPr kumimoji="1" lang="ja-JP" altLang="en-US"/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C2CBF1F-E731-913A-5374-296545067DF3}"/>
                  </a:ext>
                </a:extLst>
              </p:cNvPr>
              <p:cNvSpPr txBox="1"/>
              <p:nvPr/>
            </p:nvSpPr>
            <p:spPr>
              <a:xfrm>
                <a:off x="6535350" y="3280866"/>
                <a:ext cx="1331110" cy="531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err="1"/>
                  <a:t>CarrierID</a:t>
                </a:r>
                <a:endParaRPr lang="ja-JP" altLang="en-US"/>
              </a:p>
            </p:txBody>
          </p:sp>
        </p:grp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ED230223-21C0-2AB8-0304-5DC5241A28A8}"/>
                </a:ext>
              </a:extLst>
            </p:cNvPr>
            <p:cNvSpPr/>
            <p:nvPr/>
          </p:nvSpPr>
          <p:spPr>
            <a:xfrm>
              <a:off x="5079605" y="2455571"/>
              <a:ext cx="537105" cy="515567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四角形: 角を丸くする 41">
              <a:extLst>
                <a:ext uri="{FF2B5EF4-FFF2-40B4-BE49-F238E27FC236}">
                  <a16:creationId xmlns:a16="http://schemas.microsoft.com/office/drawing/2014/main" id="{9A39DFF2-9827-FDEA-0898-CA5232D791F2}"/>
                </a:ext>
              </a:extLst>
            </p:cNvPr>
            <p:cNvSpPr/>
            <p:nvPr/>
          </p:nvSpPr>
          <p:spPr>
            <a:xfrm>
              <a:off x="5764491" y="2455571"/>
              <a:ext cx="1377600" cy="51556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bg1"/>
                  </a:solidFill>
                </a:rPr>
                <a:t>✓払出完了</a:t>
              </a:r>
            </a:p>
          </p:txBody>
        </p: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582A6D36-5DDA-8CEE-0AFF-F9D59A32CB40}"/>
              </a:ext>
            </a:extLst>
          </p:cNvPr>
          <p:cNvGrpSpPr/>
          <p:nvPr/>
        </p:nvGrpSpPr>
        <p:grpSpPr>
          <a:xfrm>
            <a:off x="4410267" y="4655543"/>
            <a:ext cx="3474877" cy="1107174"/>
            <a:chOff x="4410594" y="1863964"/>
            <a:chExt cx="3474877" cy="1107174"/>
          </a:xfrm>
        </p:grpSpPr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DEAD174D-5E04-865B-BC86-3681F88B6712}"/>
                </a:ext>
              </a:extLst>
            </p:cNvPr>
            <p:cNvGrpSpPr/>
            <p:nvPr/>
          </p:nvGrpSpPr>
          <p:grpSpPr>
            <a:xfrm>
              <a:off x="4410594" y="1863964"/>
              <a:ext cx="3474877" cy="470831"/>
              <a:chOff x="4391583" y="3168421"/>
              <a:chExt cx="3474877" cy="677225"/>
            </a:xfrm>
          </p:grpSpPr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2B5B6551-3B20-C9E6-6979-907A02A403E8}"/>
                  </a:ext>
                </a:extLst>
              </p:cNvPr>
              <p:cNvSpPr/>
              <p:nvPr/>
            </p:nvSpPr>
            <p:spPr>
              <a:xfrm>
                <a:off x="4455160" y="3168421"/>
                <a:ext cx="3281680" cy="66131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cxnSp>
            <p:nvCxnSpPr>
              <p:cNvPr id="56" name="直線コネクタ 55">
                <a:extLst>
                  <a:ext uri="{FF2B5EF4-FFF2-40B4-BE49-F238E27FC236}">
                    <a16:creationId xmlns:a16="http://schemas.microsoft.com/office/drawing/2014/main" id="{38E7D597-CC2C-DC34-8D4E-1856AE0B2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5160" y="3829736"/>
                <a:ext cx="328168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9505D3A3-D28E-322D-2B3F-1ADB26470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2056" y="3168421"/>
                <a:ext cx="0" cy="66131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8DC6ACF6-B275-553B-7C18-128713035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0202" y="3168421"/>
                <a:ext cx="0" cy="66131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1920F7F8-B80C-FD4D-BE09-511C2BE15E85}"/>
                  </a:ext>
                </a:extLst>
              </p:cNvPr>
              <p:cNvSpPr txBox="1"/>
              <p:nvPr/>
            </p:nvSpPr>
            <p:spPr>
              <a:xfrm>
                <a:off x="4391583" y="3314413"/>
                <a:ext cx="1141764" cy="531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/>
                  <a:t>保管棚</a:t>
                </a:r>
                <a:r>
                  <a:rPr kumimoji="1" lang="en-US" altLang="ja-JP"/>
                  <a:t>03</a:t>
                </a:r>
                <a:endParaRPr kumimoji="1" lang="ja-JP" altLang="en-US"/>
              </a:p>
            </p:txBody>
          </p:sp>
          <p:sp>
            <p:nvSpPr>
              <p:cNvPr id="60" name="テキスト ボックス 59">
                <a:extLst>
                  <a:ext uri="{FF2B5EF4-FFF2-40B4-BE49-F238E27FC236}">
                    <a16:creationId xmlns:a16="http://schemas.microsoft.com/office/drawing/2014/main" id="{357E2557-EEE6-3E91-950C-F127FE3109AE}"/>
                  </a:ext>
                </a:extLst>
              </p:cNvPr>
              <p:cNvSpPr txBox="1"/>
              <p:nvPr/>
            </p:nvSpPr>
            <p:spPr>
              <a:xfrm>
                <a:off x="5166285" y="3280865"/>
                <a:ext cx="1924820" cy="44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400" err="1"/>
                  <a:t>CommandID</a:t>
                </a:r>
                <a:endParaRPr kumimoji="1" lang="ja-JP" altLang="en-US"/>
              </a:p>
            </p:txBody>
          </p:sp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7E0C6F7C-30CB-07EF-1FF0-ED81FC6FB695}"/>
                  </a:ext>
                </a:extLst>
              </p:cNvPr>
              <p:cNvSpPr txBox="1"/>
              <p:nvPr/>
            </p:nvSpPr>
            <p:spPr>
              <a:xfrm>
                <a:off x="6535350" y="3280866"/>
                <a:ext cx="1331110" cy="531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err="1"/>
                  <a:t>CarrierID</a:t>
                </a:r>
                <a:endParaRPr lang="ja-JP" altLang="en-US"/>
              </a:p>
            </p:txBody>
          </p:sp>
        </p:grp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D7FBDACF-7E0D-5B68-260A-CE325E9C7D08}"/>
                </a:ext>
              </a:extLst>
            </p:cNvPr>
            <p:cNvSpPr/>
            <p:nvPr/>
          </p:nvSpPr>
          <p:spPr>
            <a:xfrm>
              <a:off x="5079605" y="2455571"/>
              <a:ext cx="537105" cy="515567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四角形: 角を丸くする 53">
              <a:extLst>
                <a:ext uri="{FF2B5EF4-FFF2-40B4-BE49-F238E27FC236}">
                  <a16:creationId xmlns:a16="http://schemas.microsoft.com/office/drawing/2014/main" id="{D817F3D9-7A85-3A5A-0844-BFDDC511F676}"/>
                </a:ext>
              </a:extLst>
            </p:cNvPr>
            <p:cNvSpPr/>
            <p:nvPr/>
          </p:nvSpPr>
          <p:spPr>
            <a:xfrm>
              <a:off x="5764491" y="2455571"/>
              <a:ext cx="1377600" cy="51556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bg1"/>
                  </a:solidFill>
                </a:rPr>
                <a:t>✓払出完了</a:t>
              </a:r>
            </a:p>
          </p:txBody>
        </p:sp>
      </p:grp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2B0E4C7-DBC2-310F-CA71-27F7774EBA47}"/>
              </a:ext>
            </a:extLst>
          </p:cNvPr>
          <p:cNvSpPr/>
          <p:nvPr/>
        </p:nvSpPr>
        <p:spPr>
          <a:xfrm>
            <a:off x="4846702" y="5844312"/>
            <a:ext cx="781409" cy="4325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戻る</a:t>
            </a:r>
          </a:p>
        </p:txBody>
      </p:sp>
    </p:spTree>
    <p:extLst>
      <p:ext uri="{BB962C8B-B14F-4D97-AF65-F5344CB8AC3E}">
        <p14:creationId xmlns:p14="http://schemas.microsoft.com/office/powerpoint/2010/main" val="241532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02C5-4D04-4625-5BF9-FA3BF082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BCD151E-AE55-4358-885B-3ED14C1335AB}"/>
              </a:ext>
            </a:extLst>
          </p:cNvPr>
          <p:cNvSpPr/>
          <p:nvPr/>
        </p:nvSpPr>
        <p:spPr>
          <a:xfrm>
            <a:off x="4306529" y="575187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E46452E-064D-156E-111C-C7772E93A4F0}"/>
              </a:ext>
            </a:extLst>
          </p:cNvPr>
          <p:cNvCxnSpPr/>
          <p:nvPr/>
        </p:nvCxnSpPr>
        <p:spPr>
          <a:xfrm>
            <a:off x="4293752" y="1578077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FC7DBB86-1055-2DD6-747B-88AD1D19A51A}"/>
              </a:ext>
            </a:extLst>
          </p:cNvPr>
          <p:cNvSpPr txBox="1"/>
          <p:nvPr/>
        </p:nvSpPr>
        <p:spPr>
          <a:xfrm>
            <a:off x="4744721" y="887035"/>
            <a:ext cx="2757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C00000"/>
                </a:solidFill>
              </a:rPr>
              <a:t>在庫一覧</a:t>
            </a:r>
            <a:endParaRPr kumimoji="1" lang="en-US" altLang="ja-JP" sz="2000">
              <a:solidFill>
                <a:srgbClr val="C00000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19FAD98-90D9-C6CC-EA89-6DE70985BDEC}"/>
              </a:ext>
            </a:extLst>
          </p:cNvPr>
          <p:cNvSpPr txBox="1"/>
          <p:nvPr/>
        </p:nvSpPr>
        <p:spPr>
          <a:xfrm>
            <a:off x="4666722" y="1806546"/>
            <a:ext cx="283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キャリア</a:t>
            </a:r>
            <a:r>
              <a:rPr kumimoji="1" lang="en-US" altLang="ja-JP"/>
              <a:t>ID</a:t>
            </a:r>
            <a:r>
              <a:rPr kumimoji="1" lang="ja-JP" altLang="en-US"/>
              <a:t>：</a:t>
            </a:r>
            <a:r>
              <a:rPr kumimoji="1" lang="en-US" altLang="ja-JP"/>
              <a:t> [ </a:t>
            </a:r>
            <a:r>
              <a:rPr lang="ja-JP" altLang="en-US" u="sng"/>
              <a:t>＿＿＿</a:t>
            </a:r>
            <a:r>
              <a:rPr kumimoji="1" lang="en-US" altLang="ja-JP"/>
              <a:t> ]</a:t>
            </a:r>
          </a:p>
        </p:txBody>
      </p:sp>
      <p:graphicFrame>
        <p:nvGraphicFramePr>
          <p:cNvPr id="38" name="表 37">
            <a:extLst>
              <a:ext uri="{FF2B5EF4-FFF2-40B4-BE49-F238E27FC236}">
                <a16:creationId xmlns:a16="http://schemas.microsoft.com/office/drawing/2014/main" id="{61333D83-B631-F126-70BA-7AA5D0B82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15032"/>
              </p:ext>
            </p:extLst>
          </p:nvPr>
        </p:nvGraphicFramePr>
        <p:xfrm>
          <a:off x="4706946" y="2786151"/>
          <a:ext cx="2833002" cy="2988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6501">
                  <a:extLst>
                    <a:ext uri="{9D8B030D-6E8A-4147-A177-3AD203B41FA5}">
                      <a16:colId xmlns:a16="http://schemas.microsoft.com/office/drawing/2014/main" val="1720866827"/>
                    </a:ext>
                  </a:extLst>
                </a:gridCol>
                <a:gridCol w="1416501">
                  <a:extLst>
                    <a:ext uri="{9D8B030D-6E8A-4147-A177-3AD203B41FA5}">
                      <a16:colId xmlns:a16="http://schemas.microsoft.com/office/drawing/2014/main" val="1508793275"/>
                    </a:ext>
                  </a:extLst>
                </a:gridCol>
              </a:tblGrid>
              <a:tr h="996245"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保管棚</a:t>
                      </a:r>
                      <a:r>
                        <a:rPr kumimoji="1" lang="en-US" altLang="ja-JP"/>
                        <a:t>101</a:t>
                      </a:r>
                      <a:br>
                        <a:rPr kumimoji="1" lang="en-US" altLang="ja-JP"/>
                      </a:br>
                      <a:r>
                        <a:rPr kumimoji="1" lang="ja-JP" altLang="en-US"/>
                        <a:t>空き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保管棚</a:t>
                      </a:r>
                      <a:r>
                        <a:rPr kumimoji="1" lang="en-US" altLang="ja-JP"/>
                        <a:t>102</a:t>
                      </a:r>
                      <a:br>
                        <a:rPr kumimoji="1" lang="en-US" altLang="ja-JP"/>
                      </a:br>
                      <a:r>
                        <a:rPr kumimoji="1" lang="en-US" altLang="ja-JP"/>
                        <a:t>CarrierID</a:t>
                      </a:r>
                    </a:p>
                    <a:p>
                      <a:pPr algn="ctr"/>
                      <a:r>
                        <a:rPr kumimoji="1" lang="en-US" altLang="ja-JP" sz="1000"/>
                        <a:t>YYYY/MM/DD</a:t>
                      </a:r>
                      <a:r>
                        <a:rPr kumimoji="1" lang="ja-JP" altLang="en-US" sz="1000"/>
                        <a:t> </a:t>
                      </a:r>
                      <a:r>
                        <a:rPr kumimoji="1" lang="en-US" altLang="ja-JP" sz="1000"/>
                        <a:t>hh:mm:ss</a:t>
                      </a:r>
                      <a:endParaRPr kumimoji="1" lang="ja-JP" altLang="en-US" sz="10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79690"/>
                  </a:ext>
                </a:extLst>
              </a:tr>
              <a:tr h="996245"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保管棚</a:t>
                      </a:r>
                      <a:r>
                        <a:rPr kumimoji="1" lang="en-US" altLang="ja-JP"/>
                        <a:t>201</a:t>
                      </a:r>
                      <a:br>
                        <a:rPr kumimoji="1" lang="en-US" altLang="ja-JP"/>
                      </a:br>
                      <a:r>
                        <a:rPr kumimoji="1" lang="en-US" altLang="ja-JP"/>
                        <a:t>CarrierID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YYYY/MM/DD</a:t>
                      </a:r>
                      <a:r>
                        <a:rPr kumimoji="1" lang="ja-JP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hh:mm:ss</a:t>
                      </a:r>
                      <a:endParaRPr kumimoji="1" lang="ja-JP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保管棚</a:t>
                      </a:r>
                      <a:r>
                        <a:rPr kumimoji="1" lang="en-US" altLang="ja-JP"/>
                        <a:t>202</a:t>
                      </a:r>
                      <a:br>
                        <a:rPr kumimoji="1" lang="en-US" altLang="ja-JP"/>
                      </a:br>
                      <a:r>
                        <a:rPr kumimoji="1" lang="en-US" altLang="ja-JP"/>
                        <a:t>CAR000001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YYYY/MM/DD</a:t>
                      </a:r>
                      <a:r>
                        <a:rPr kumimoji="1" lang="ja-JP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ja-JP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hh:mm:ss</a:t>
                      </a:r>
                      <a:endParaRPr kumimoji="1" lang="ja-JP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10892"/>
                  </a:ext>
                </a:extLst>
              </a:tr>
              <a:tr h="996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/>
                        <a:t>保管棚</a:t>
                      </a:r>
                      <a:r>
                        <a:rPr kumimoji="1" lang="en-US" altLang="ja-JP"/>
                        <a:t>301</a:t>
                      </a:r>
                      <a:br>
                        <a:rPr kumimoji="1" lang="en-US" altLang="ja-JP"/>
                      </a:br>
                      <a:r>
                        <a:rPr kumimoji="1" lang="ja-JP" altLang="en-US"/>
                        <a:t>空き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/>
                        <a:t>保管棚</a:t>
                      </a:r>
                      <a:r>
                        <a:rPr kumimoji="1" lang="en-US" altLang="ja-JP"/>
                        <a:t>02</a:t>
                      </a:r>
                    </a:p>
                    <a:p>
                      <a:pPr algn="ctr"/>
                      <a:r>
                        <a:rPr kumimoji="1" lang="ja-JP" altLang="en-US"/>
                        <a:t>空き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1702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7468A17-D3FC-43A5-FE84-072AE0F9B4FB}"/>
              </a:ext>
            </a:extLst>
          </p:cNvPr>
          <p:cNvSpPr/>
          <p:nvPr/>
        </p:nvSpPr>
        <p:spPr>
          <a:xfrm>
            <a:off x="4744721" y="2404347"/>
            <a:ext cx="761996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/>
              <a:t>保管棚</a:t>
            </a:r>
            <a:endParaRPr lang="en-US" altLang="ja-JP" sz="1200"/>
          </a:p>
          <a:p>
            <a:pPr algn="ctr"/>
            <a:r>
              <a:rPr kumimoji="1" lang="en-US" altLang="ja-JP" sz="1200"/>
              <a:t>01</a:t>
            </a:r>
            <a:endParaRPr kumimoji="1" lang="ja-JP" altLang="en-US" sz="12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EBB7DF-FB96-8A83-E6BA-8AEAD8859B42}"/>
              </a:ext>
            </a:extLst>
          </p:cNvPr>
          <p:cNvSpPr/>
          <p:nvPr/>
        </p:nvSpPr>
        <p:spPr>
          <a:xfrm>
            <a:off x="5526136" y="2404347"/>
            <a:ext cx="76199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/>
              <a:t>保管棚</a:t>
            </a:r>
            <a:r>
              <a:rPr kumimoji="1" lang="en-US" altLang="ja-JP" sz="1200"/>
              <a:t>02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97DA25-F5F3-B6A2-B5CE-7151D64EB7AC}"/>
              </a:ext>
            </a:extLst>
          </p:cNvPr>
          <p:cNvSpPr/>
          <p:nvPr/>
        </p:nvSpPr>
        <p:spPr>
          <a:xfrm>
            <a:off x="6300908" y="2409879"/>
            <a:ext cx="76199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/>
              <a:t>保管棚</a:t>
            </a:r>
            <a:r>
              <a:rPr kumimoji="1" lang="en-US" altLang="ja-JP" sz="1200"/>
              <a:t>03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C1F14251-4A64-82ED-1E97-A0EBEAC75C27}"/>
              </a:ext>
            </a:extLst>
          </p:cNvPr>
          <p:cNvSpPr/>
          <p:nvPr/>
        </p:nvSpPr>
        <p:spPr>
          <a:xfrm>
            <a:off x="7307850" y="660293"/>
            <a:ext cx="2078182" cy="612648"/>
          </a:xfrm>
          <a:prstGeom prst="wedgeRectCallout">
            <a:avLst>
              <a:gd name="adj1" fmla="val -58166"/>
              <a:gd name="adj2" fmla="val 17406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検索欄</a:t>
            </a:r>
            <a:br>
              <a:rPr kumimoji="1" lang="en-US" altLang="ja-JP"/>
            </a:br>
            <a:r>
              <a:rPr kumimoji="1" lang="ja-JP" altLang="en-US"/>
              <a:t>余裕があれば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42D012C-0006-F966-1B05-42FF3D8F17BF}"/>
              </a:ext>
            </a:extLst>
          </p:cNvPr>
          <p:cNvSpPr/>
          <p:nvPr/>
        </p:nvSpPr>
        <p:spPr>
          <a:xfrm>
            <a:off x="4846702" y="5844312"/>
            <a:ext cx="781409" cy="4325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戻る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E0EDF9B9-4D90-9B10-890C-D3FDF036BFF9}"/>
              </a:ext>
            </a:extLst>
          </p:cNvPr>
          <p:cNvSpPr/>
          <p:nvPr/>
        </p:nvSpPr>
        <p:spPr>
          <a:xfrm>
            <a:off x="7885471" y="2958427"/>
            <a:ext cx="3185706" cy="612648"/>
          </a:xfrm>
          <a:prstGeom prst="wedgeRoundRectCallout">
            <a:avLst>
              <a:gd name="adj1" fmla="val -57197"/>
              <a:gd name="adj2" fmla="val 11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/>
              <a:t>検索に該当したものは黄色、入庫された棚は緑</a:t>
            </a:r>
            <a:endParaRPr kumimoji="1" lang="en-US" altLang="ja-JP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7732216F-1D3D-88DC-4DEE-073849FB1F2B}"/>
              </a:ext>
            </a:extLst>
          </p:cNvPr>
          <p:cNvSpPr/>
          <p:nvPr/>
        </p:nvSpPr>
        <p:spPr>
          <a:xfrm>
            <a:off x="7885471" y="1869554"/>
            <a:ext cx="3185706" cy="612648"/>
          </a:xfrm>
          <a:prstGeom prst="wedgeRoundRectCallout">
            <a:avLst>
              <a:gd name="adj1" fmla="val -75406"/>
              <a:gd name="adj2" fmla="val 7324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ja-JP"/>
              <a:t>選択した項目に応じて表示内容が変わる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88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C727-290B-858B-2250-1DC53F3B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188FF5A-4B1E-9A06-FBC4-001012051BA3}"/>
              </a:ext>
            </a:extLst>
          </p:cNvPr>
          <p:cNvSpPr/>
          <p:nvPr/>
        </p:nvSpPr>
        <p:spPr>
          <a:xfrm>
            <a:off x="4306529" y="575187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228EF00-A885-454E-4939-5F203B1AC441}"/>
              </a:ext>
            </a:extLst>
          </p:cNvPr>
          <p:cNvCxnSpPr/>
          <p:nvPr/>
        </p:nvCxnSpPr>
        <p:spPr>
          <a:xfrm>
            <a:off x="4293752" y="1430597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982AB3D-9C4B-3C4E-C642-FFCC9323A0A7}"/>
              </a:ext>
            </a:extLst>
          </p:cNvPr>
          <p:cNvSpPr txBox="1"/>
          <p:nvPr/>
        </p:nvSpPr>
        <p:spPr>
          <a:xfrm>
            <a:off x="4744721" y="887035"/>
            <a:ext cx="2757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C00000"/>
                </a:solidFill>
              </a:rPr>
              <a:t>設備状態</a:t>
            </a:r>
            <a:endParaRPr kumimoji="1" lang="en-US" altLang="ja-JP" sz="2000">
              <a:solidFill>
                <a:srgbClr val="C0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9497AC-DBAA-E442-2033-5B67F5C04A1C}"/>
              </a:ext>
            </a:extLst>
          </p:cNvPr>
          <p:cNvSpPr txBox="1"/>
          <p:nvPr/>
        </p:nvSpPr>
        <p:spPr>
          <a:xfrm>
            <a:off x="4574687" y="1576839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保管棚</a:t>
            </a:r>
            <a:r>
              <a:rPr kumimoji="1" lang="en-US" altLang="ja-JP"/>
              <a:t>01</a:t>
            </a:r>
          </a:p>
        </p:txBody>
      </p:sp>
      <p:graphicFrame>
        <p:nvGraphicFramePr>
          <p:cNvPr id="38" name="表 37">
            <a:extLst>
              <a:ext uri="{FF2B5EF4-FFF2-40B4-BE49-F238E27FC236}">
                <a16:creationId xmlns:a16="http://schemas.microsoft.com/office/drawing/2014/main" id="{8538E49E-2A4F-700C-9464-EF5BC3B9D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392729"/>
              </p:ext>
            </p:extLst>
          </p:nvPr>
        </p:nvGraphicFramePr>
        <p:xfrm>
          <a:off x="4679499" y="1901807"/>
          <a:ext cx="2833002" cy="1021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120">
                  <a:extLst>
                    <a:ext uri="{9D8B030D-6E8A-4147-A177-3AD203B41FA5}">
                      <a16:colId xmlns:a16="http://schemas.microsoft.com/office/drawing/2014/main" val="1720866827"/>
                    </a:ext>
                  </a:extLst>
                </a:gridCol>
                <a:gridCol w="1433882">
                  <a:extLst>
                    <a:ext uri="{9D8B030D-6E8A-4147-A177-3AD203B41FA5}">
                      <a16:colId xmlns:a16="http://schemas.microsoft.com/office/drawing/2014/main" val="1508793275"/>
                    </a:ext>
                  </a:extLst>
                </a:gridCol>
              </a:tblGrid>
              <a:tr h="32036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ON-LINE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OFF-LINE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79690"/>
                  </a:ext>
                </a:extLst>
              </a:tr>
              <a:tr h="32036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ACTIVE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IDLE</a:t>
                      </a:r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10892"/>
                  </a:ext>
                </a:extLst>
              </a:tr>
              <a:tr h="38111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NO</a:t>
                      </a:r>
                      <a:r>
                        <a:rPr kumimoji="1" lang="ja-JP" altLang="en-US" sz="1200"/>
                        <a:t> </a:t>
                      </a:r>
                      <a:r>
                        <a:rPr kumimoji="1" lang="en-US" altLang="ja-JP" sz="1200"/>
                        <a:t>ALARM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 </a:t>
                      </a:r>
                      <a:r>
                        <a:rPr kumimoji="1" lang="en-US" altLang="ja-JP" sz="1200"/>
                        <a:t>ALARM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17024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E26F398D-37F1-3421-B5CF-A14E89F5C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04350"/>
              </p:ext>
            </p:extLst>
          </p:nvPr>
        </p:nvGraphicFramePr>
        <p:xfrm>
          <a:off x="4706946" y="3364323"/>
          <a:ext cx="2833002" cy="1021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120">
                  <a:extLst>
                    <a:ext uri="{9D8B030D-6E8A-4147-A177-3AD203B41FA5}">
                      <a16:colId xmlns:a16="http://schemas.microsoft.com/office/drawing/2014/main" val="1720866827"/>
                    </a:ext>
                  </a:extLst>
                </a:gridCol>
                <a:gridCol w="1433882">
                  <a:extLst>
                    <a:ext uri="{9D8B030D-6E8A-4147-A177-3AD203B41FA5}">
                      <a16:colId xmlns:a16="http://schemas.microsoft.com/office/drawing/2014/main" val="1508793275"/>
                    </a:ext>
                  </a:extLst>
                </a:gridCol>
              </a:tblGrid>
              <a:tr h="32036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ON-LINE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OFF-LINE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79690"/>
                  </a:ext>
                </a:extLst>
              </a:tr>
              <a:tr h="32036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ACTIVE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IDLE</a:t>
                      </a:r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10892"/>
                  </a:ext>
                </a:extLst>
              </a:tr>
              <a:tr h="38111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NO</a:t>
                      </a:r>
                      <a:r>
                        <a:rPr kumimoji="1" lang="ja-JP" altLang="en-US" sz="1200"/>
                        <a:t> </a:t>
                      </a:r>
                      <a:r>
                        <a:rPr kumimoji="1" lang="en-US" altLang="ja-JP" sz="1200"/>
                        <a:t>ALARM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 </a:t>
                      </a:r>
                      <a:r>
                        <a:rPr kumimoji="1" lang="en-US" altLang="ja-JP" sz="1200"/>
                        <a:t>ALARM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1702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81514F2-9D4E-D657-D645-6F0546AB0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79702"/>
              </p:ext>
            </p:extLst>
          </p:nvPr>
        </p:nvGraphicFramePr>
        <p:xfrm>
          <a:off x="4706946" y="4795487"/>
          <a:ext cx="2833002" cy="1021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120">
                  <a:extLst>
                    <a:ext uri="{9D8B030D-6E8A-4147-A177-3AD203B41FA5}">
                      <a16:colId xmlns:a16="http://schemas.microsoft.com/office/drawing/2014/main" val="1720866827"/>
                    </a:ext>
                  </a:extLst>
                </a:gridCol>
                <a:gridCol w="1433882">
                  <a:extLst>
                    <a:ext uri="{9D8B030D-6E8A-4147-A177-3AD203B41FA5}">
                      <a16:colId xmlns:a16="http://schemas.microsoft.com/office/drawing/2014/main" val="1508793275"/>
                    </a:ext>
                  </a:extLst>
                </a:gridCol>
              </a:tblGrid>
              <a:tr h="32036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ON-LINE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OFF-LINE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79690"/>
                  </a:ext>
                </a:extLst>
              </a:tr>
              <a:tr h="32036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ACTIVE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IDLE</a:t>
                      </a:r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810892"/>
                  </a:ext>
                </a:extLst>
              </a:tr>
              <a:tr h="38111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/>
                        <a:t>NO</a:t>
                      </a:r>
                      <a:r>
                        <a:rPr kumimoji="1" lang="ja-JP" altLang="en-US" sz="1200"/>
                        <a:t> </a:t>
                      </a:r>
                      <a:r>
                        <a:rPr kumimoji="1" lang="en-US" altLang="ja-JP" sz="1200"/>
                        <a:t>ALARM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 </a:t>
                      </a:r>
                      <a:r>
                        <a:rPr kumimoji="1" lang="en-US" altLang="ja-JP" sz="1200"/>
                        <a:t>ALARM</a:t>
                      </a:r>
                      <a:endParaRPr kumimoji="1" lang="ja-JP" altLang="en-US" sz="1200"/>
                    </a:p>
                  </a:txBody>
                  <a:tcPr anchor="ctr" anchorCtr="1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17024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03A04B-16CD-DFA5-D0C5-2A764875E40E}"/>
              </a:ext>
            </a:extLst>
          </p:cNvPr>
          <p:cNvSpPr txBox="1"/>
          <p:nvPr/>
        </p:nvSpPr>
        <p:spPr>
          <a:xfrm>
            <a:off x="4679499" y="3031566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保管棚</a:t>
            </a:r>
            <a:r>
              <a:rPr kumimoji="1" lang="en-US" altLang="ja-JP"/>
              <a:t>02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7103A0-85E2-A0C0-4C05-2CDA67C80689}"/>
              </a:ext>
            </a:extLst>
          </p:cNvPr>
          <p:cNvSpPr txBox="1"/>
          <p:nvPr/>
        </p:nvSpPr>
        <p:spPr>
          <a:xfrm>
            <a:off x="4574687" y="4458633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保管棚</a:t>
            </a:r>
            <a:r>
              <a:rPr kumimoji="1" lang="en-US" altLang="ja-JP"/>
              <a:t>03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F1C20A2-C5D2-EF38-D906-F650D86A9A71}"/>
              </a:ext>
            </a:extLst>
          </p:cNvPr>
          <p:cNvSpPr/>
          <p:nvPr/>
        </p:nvSpPr>
        <p:spPr>
          <a:xfrm>
            <a:off x="4846702" y="5844312"/>
            <a:ext cx="781409" cy="4325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戻る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47151017-7245-E2DC-ECCE-911413D52A04}"/>
              </a:ext>
            </a:extLst>
          </p:cNvPr>
          <p:cNvSpPr/>
          <p:nvPr/>
        </p:nvSpPr>
        <p:spPr>
          <a:xfrm>
            <a:off x="7872694" y="887035"/>
            <a:ext cx="4198656" cy="612648"/>
          </a:xfrm>
          <a:prstGeom prst="wedgeRectCallout">
            <a:avLst>
              <a:gd name="adj1" fmla="val -58166"/>
              <a:gd name="adj2" fmla="val 17406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ja-JP"/>
              <a:t>該当項目のランプを点灯し、その他のランプはグレーアウト表示とする。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322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3379-7ECA-D916-7551-78BB6938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E05A9BE-30AA-08C5-8505-86CA2934FAB8}"/>
              </a:ext>
            </a:extLst>
          </p:cNvPr>
          <p:cNvSpPr/>
          <p:nvPr/>
        </p:nvSpPr>
        <p:spPr>
          <a:xfrm>
            <a:off x="4306529" y="575187"/>
            <a:ext cx="3578942" cy="57223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033C25E-9185-645F-4302-B1F078BF17C4}"/>
              </a:ext>
            </a:extLst>
          </p:cNvPr>
          <p:cNvCxnSpPr/>
          <p:nvPr/>
        </p:nvCxnSpPr>
        <p:spPr>
          <a:xfrm>
            <a:off x="4293752" y="1578077"/>
            <a:ext cx="3578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EE781E1-6011-89F9-667D-8A2F20775A12}"/>
              </a:ext>
            </a:extLst>
          </p:cNvPr>
          <p:cNvSpPr txBox="1"/>
          <p:nvPr/>
        </p:nvSpPr>
        <p:spPr>
          <a:xfrm>
            <a:off x="4667050" y="2645030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在庫</a:t>
            </a:r>
            <a:r>
              <a:rPr kumimoji="1" lang="ja-JP" altLang="en-US"/>
              <a:t>情報</a:t>
            </a:r>
            <a:endParaRPr kumimoji="1" lang="en-US" altLang="ja-JP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F5D0787-68C8-361C-DC10-6A9008631C49}"/>
              </a:ext>
            </a:extLst>
          </p:cNvPr>
          <p:cNvSpPr txBox="1"/>
          <p:nvPr/>
        </p:nvSpPr>
        <p:spPr>
          <a:xfrm>
            <a:off x="4744721" y="887035"/>
            <a:ext cx="2757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>
                <a:solidFill>
                  <a:srgbClr val="C00000"/>
                </a:solidFill>
              </a:rPr>
              <a:t>在庫検索画面</a:t>
            </a:r>
            <a:endParaRPr kumimoji="1" lang="en-US" altLang="ja-JP" sz="2000">
              <a:solidFill>
                <a:srgbClr val="C00000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8F564A8-6F6C-CEA1-C088-3CA067E0F155}"/>
              </a:ext>
            </a:extLst>
          </p:cNvPr>
          <p:cNvSpPr txBox="1"/>
          <p:nvPr/>
        </p:nvSpPr>
        <p:spPr>
          <a:xfrm>
            <a:off x="4561044" y="1759167"/>
            <a:ext cx="283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キャリア</a:t>
            </a:r>
            <a:r>
              <a:rPr kumimoji="1" lang="en-US" altLang="ja-JP"/>
              <a:t>ID</a:t>
            </a:r>
            <a:r>
              <a:rPr kumimoji="1" lang="ja-JP" altLang="en-US"/>
              <a:t>：</a:t>
            </a:r>
            <a:r>
              <a:rPr kumimoji="1" lang="en-US" altLang="ja-JP"/>
              <a:t> [ </a:t>
            </a:r>
            <a:r>
              <a:rPr lang="ja-JP" altLang="en-US" u="sng"/>
              <a:t>＿＿＿</a:t>
            </a:r>
            <a:r>
              <a:rPr kumimoji="1" lang="en-US" altLang="ja-JP"/>
              <a:t> ]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335991E-88B3-EE0F-339C-BDBD68864CF1}"/>
              </a:ext>
            </a:extLst>
          </p:cNvPr>
          <p:cNvSpPr txBox="1"/>
          <p:nvPr/>
        </p:nvSpPr>
        <p:spPr>
          <a:xfrm>
            <a:off x="1198612" y="1545811"/>
            <a:ext cx="2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保管棚</a:t>
            </a:r>
            <a:r>
              <a:rPr lang="en-US" altLang="ja-JP"/>
              <a:t>ID</a:t>
            </a:r>
            <a:r>
              <a:rPr lang="ja-JP" altLang="en-US"/>
              <a:t>：</a:t>
            </a:r>
            <a:r>
              <a:rPr lang="en-US" altLang="ja-JP"/>
              <a:t>[ </a:t>
            </a:r>
            <a:r>
              <a:rPr lang="ja-JP" altLang="en-US"/>
              <a:t>＿＿▾</a:t>
            </a:r>
            <a:r>
              <a:rPr lang="en-US" altLang="ja-JP"/>
              <a:t> ]</a:t>
            </a:r>
            <a:endParaRPr kumimoji="1" lang="en-US" altLang="ja-JP"/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FBFEADAD-85BC-5461-4CB8-15EE51540C9F}"/>
              </a:ext>
            </a:extLst>
          </p:cNvPr>
          <p:cNvSpPr/>
          <p:nvPr/>
        </p:nvSpPr>
        <p:spPr>
          <a:xfrm>
            <a:off x="8257309" y="887035"/>
            <a:ext cx="2078182" cy="612648"/>
          </a:xfrm>
          <a:prstGeom prst="wedgeRectCallout">
            <a:avLst>
              <a:gd name="adj1" fmla="val -58166"/>
              <a:gd name="adj2" fmla="val 17406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余裕があれば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222B4D2A-5BBB-9CA0-6122-2B210FD8DD09}"/>
              </a:ext>
            </a:extLst>
          </p:cNvPr>
          <p:cNvSpPr/>
          <p:nvPr/>
        </p:nvSpPr>
        <p:spPr>
          <a:xfrm>
            <a:off x="4846702" y="5844312"/>
            <a:ext cx="781409" cy="4325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戻る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F35486E-8F37-609C-7EA5-159CC16BA999}"/>
              </a:ext>
            </a:extLst>
          </p:cNvPr>
          <p:cNvGrpSpPr/>
          <p:nvPr/>
        </p:nvGrpSpPr>
        <p:grpSpPr>
          <a:xfrm>
            <a:off x="4464396" y="3168399"/>
            <a:ext cx="3312156" cy="428799"/>
            <a:chOff x="4455160" y="3168389"/>
            <a:chExt cx="3312156" cy="67693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6CBA1C8-D706-D0A2-5A5C-D86040053D76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5721C16D-F1B0-FD09-BC19-CA9E87928F9B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C5E71F79-E25B-A012-2AC5-F98B42AD2984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76" y="3168389"/>
              <a:ext cx="0" cy="66131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6D592522-B92A-6FC3-C99A-C99A42BBD6B8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EE6BD248-FE2C-081E-E823-747EF3443083}"/>
                </a:ext>
              </a:extLst>
            </p:cNvPr>
            <p:cNvSpPr txBox="1"/>
            <p:nvPr/>
          </p:nvSpPr>
          <p:spPr>
            <a:xfrm>
              <a:off x="5860628" y="3283655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661B4D66-62F7-9C1A-F905-A026CDE22ABB}"/>
                </a:ext>
              </a:extLst>
            </p:cNvPr>
            <p:cNvSpPr txBox="1"/>
            <p:nvPr/>
          </p:nvSpPr>
          <p:spPr>
            <a:xfrm>
              <a:off x="5258876" y="3275184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3FD01569-A7B0-D9D2-D682-4F670463B778}"/>
                </a:ext>
              </a:extLst>
            </p:cNvPr>
            <p:cNvSpPr txBox="1"/>
            <p:nvPr/>
          </p:nvSpPr>
          <p:spPr>
            <a:xfrm>
              <a:off x="7035801" y="3314239"/>
              <a:ext cx="731515" cy="400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lang="ja-JP" altLang="en-US" sz="1050"/>
                <a:t>時刻</a:t>
              </a:r>
              <a:endParaRPr kumimoji="1" lang="en-US" altLang="ja-JP" sz="1050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3CCF570A-FFDB-4376-C54F-8BD7EC532CED}"/>
                </a:ext>
              </a:extLst>
            </p:cNvPr>
            <p:cNvSpPr txBox="1"/>
            <p:nvPr/>
          </p:nvSpPr>
          <p:spPr>
            <a:xfrm>
              <a:off x="4486562" y="3287298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36691C35-23AC-547E-20C5-2D06268E651B}"/>
                </a:ext>
              </a:extLst>
            </p:cNvPr>
            <p:cNvCxnSpPr>
              <a:cxnSpLocks/>
            </p:cNvCxnSpPr>
            <p:nvPr/>
          </p:nvCxnSpPr>
          <p:spPr>
            <a:xfrm>
              <a:off x="5990391" y="3184005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4757E903-BBA6-8729-06C1-28EFE8B0D5F1}"/>
              </a:ext>
            </a:extLst>
          </p:cNvPr>
          <p:cNvGrpSpPr/>
          <p:nvPr/>
        </p:nvGrpSpPr>
        <p:grpSpPr>
          <a:xfrm>
            <a:off x="4456022" y="3587305"/>
            <a:ext cx="3312156" cy="428799"/>
            <a:chOff x="4455160" y="3168389"/>
            <a:chExt cx="3312156" cy="676931"/>
          </a:xfrm>
        </p:grpSpPr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8B478192-BAF2-681E-1D8C-08E2DBF36CCB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BB30767A-321F-7410-6198-B014D6FFC8C0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E5DEEFDF-357D-C992-0D59-91300FE03D85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76" y="3168389"/>
              <a:ext cx="0" cy="66131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直線コネクタ 103">
              <a:extLst>
                <a:ext uri="{FF2B5EF4-FFF2-40B4-BE49-F238E27FC236}">
                  <a16:creationId xmlns:a16="http://schemas.microsoft.com/office/drawing/2014/main" id="{A135CD7D-3FAD-048B-D66B-0A3F7F10AF5F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EA13F7DC-9D62-7305-E199-F52FDB837297}"/>
                </a:ext>
              </a:extLst>
            </p:cNvPr>
            <p:cNvSpPr txBox="1"/>
            <p:nvPr/>
          </p:nvSpPr>
          <p:spPr>
            <a:xfrm>
              <a:off x="5860628" y="3283655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7443F958-4706-E41C-1DC5-F650E38E6F5F}"/>
                </a:ext>
              </a:extLst>
            </p:cNvPr>
            <p:cNvSpPr txBox="1"/>
            <p:nvPr/>
          </p:nvSpPr>
          <p:spPr>
            <a:xfrm>
              <a:off x="5258876" y="3275184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36A98FD8-3872-4060-AF89-46E9B33A73FC}"/>
                </a:ext>
              </a:extLst>
            </p:cNvPr>
            <p:cNvSpPr txBox="1"/>
            <p:nvPr/>
          </p:nvSpPr>
          <p:spPr>
            <a:xfrm>
              <a:off x="7035801" y="3314239"/>
              <a:ext cx="731515" cy="400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lang="ja-JP" altLang="en-US" sz="1050"/>
                <a:t>時刻</a:t>
              </a:r>
              <a:endParaRPr kumimoji="1" lang="en-US" altLang="ja-JP" sz="1050"/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5A0E9AEE-F38A-BA27-EC67-537475EF65AD}"/>
                </a:ext>
              </a:extLst>
            </p:cNvPr>
            <p:cNvSpPr txBox="1"/>
            <p:nvPr/>
          </p:nvSpPr>
          <p:spPr>
            <a:xfrm>
              <a:off x="4486562" y="3287298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8FA1A4B8-CD04-DF00-0AE1-17844391104B}"/>
                </a:ext>
              </a:extLst>
            </p:cNvPr>
            <p:cNvCxnSpPr>
              <a:cxnSpLocks/>
            </p:cNvCxnSpPr>
            <p:nvPr/>
          </p:nvCxnSpPr>
          <p:spPr>
            <a:xfrm>
              <a:off x="5990391" y="3184005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BE44E44E-C075-1515-17D8-B4A8F79E1136}"/>
              </a:ext>
            </a:extLst>
          </p:cNvPr>
          <p:cNvGrpSpPr/>
          <p:nvPr/>
        </p:nvGrpSpPr>
        <p:grpSpPr>
          <a:xfrm>
            <a:off x="4456022" y="4004736"/>
            <a:ext cx="3312156" cy="428799"/>
            <a:chOff x="4455160" y="3168389"/>
            <a:chExt cx="3312156" cy="676931"/>
          </a:xfrm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980485E4-D492-8B9B-878F-BDC4074755F6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904CB54E-31A4-F3BD-95AB-6FF3883C0677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A323A4D1-361A-DC75-3859-277B9A42DD68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76" y="3168389"/>
              <a:ext cx="0" cy="66131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BB5EFC96-8959-8C79-9A6E-EA39BCD177EB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29B7B82E-14FF-9E1C-8439-151566488123}"/>
                </a:ext>
              </a:extLst>
            </p:cNvPr>
            <p:cNvSpPr txBox="1"/>
            <p:nvPr/>
          </p:nvSpPr>
          <p:spPr>
            <a:xfrm>
              <a:off x="5860628" y="3283655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8C0394D4-C54C-7459-41A1-AD5E6E6656FA}"/>
                </a:ext>
              </a:extLst>
            </p:cNvPr>
            <p:cNvSpPr txBox="1"/>
            <p:nvPr/>
          </p:nvSpPr>
          <p:spPr>
            <a:xfrm>
              <a:off x="5258876" y="3275184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BC400877-F5A0-DA36-B3AC-037A8EC0227B}"/>
                </a:ext>
              </a:extLst>
            </p:cNvPr>
            <p:cNvSpPr txBox="1"/>
            <p:nvPr/>
          </p:nvSpPr>
          <p:spPr>
            <a:xfrm>
              <a:off x="7035801" y="3314239"/>
              <a:ext cx="731515" cy="400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lang="ja-JP" altLang="en-US" sz="1050"/>
                <a:t>時刻</a:t>
              </a:r>
              <a:endParaRPr kumimoji="1" lang="en-US" altLang="ja-JP" sz="1050"/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B688DC4D-E3AB-3FCA-BEBB-3C70215015D2}"/>
                </a:ext>
              </a:extLst>
            </p:cNvPr>
            <p:cNvSpPr txBox="1"/>
            <p:nvPr/>
          </p:nvSpPr>
          <p:spPr>
            <a:xfrm>
              <a:off x="4486562" y="3287298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A32BE9E6-BFC2-F619-7E20-EF6854B7F65B}"/>
                </a:ext>
              </a:extLst>
            </p:cNvPr>
            <p:cNvCxnSpPr>
              <a:cxnSpLocks/>
            </p:cNvCxnSpPr>
            <p:nvPr/>
          </p:nvCxnSpPr>
          <p:spPr>
            <a:xfrm>
              <a:off x="5990391" y="3184005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7672CFF8-C048-F25F-C5D1-53AB85AF7ABA}"/>
              </a:ext>
            </a:extLst>
          </p:cNvPr>
          <p:cNvGrpSpPr/>
          <p:nvPr/>
        </p:nvGrpSpPr>
        <p:grpSpPr>
          <a:xfrm>
            <a:off x="4447648" y="4423642"/>
            <a:ext cx="3312156" cy="428799"/>
            <a:chOff x="4455160" y="3168389"/>
            <a:chExt cx="3312156" cy="676931"/>
          </a:xfrm>
        </p:grpSpPr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D5CF76F8-7562-B572-14AB-4710C9EC0A08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E4799101-FB67-894F-CB53-C08D25401172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E1026821-6D4B-EBE3-E080-F4278EF8CCD2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76" y="3168389"/>
              <a:ext cx="0" cy="66131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22837DCB-0EF0-4066-6226-8A411C8A4061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25" name="テキスト ボックス 124">
              <a:extLst>
                <a:ext uri="{FF2B5EF4-FFF2-40B4-BE49-F238E27FC236}">
                  <a16:creationId xmlns:a16="http://schemas.microsoft.com/office/drawing/2014/main" id="{B7CDF3A6-D642-5A76-329D-6B341E563947}"/>
                </a:ext>
              </a:extLst>
            </p:cNvPr>
            <p:cNvSpPr txBox="1"/>
            <p:nvPr/>
          </p:nvSpPr>
          <p:spPr>
            <a:xfrm>
              <a:off x="5860628" y="3283655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26" name="テキスト ボックス 125">
              <a:extLst>
                <a:ext uri="{FF2B5EF4-FFF2-40B4-BE49-F238E27FC236}">
                  <a16:creationId xmlns:a16="http://schemas.microsoft.com/office/drawing/2014/main" id="{988C67D7-0C0C-2691-D752-4946224DE156}"/>
                </a:ext>
              </a:extLst>
            </p:cNvPr>
            <p:cNvSpPr txBox="1"/>
            <p:nvPr/>
          </p:nvSpPr>
          <p:spPr>
            <a:xfrm>
              <a:off x="5258876" y="3275184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27" name="テキスト ボックス 126">
              <a:extLst>
                <a:ext uri="{FF2B5EF4-FFF2-40B4-BE49-F238E27FC236}">
                  <a16:creationId xmlns:a16="http://schemas.microsoft.com/office/drawing/2014/main" id="{FC4B353E-5D83-9E6F-9B92-E8DBE6C7B935}"/>
                </a:ext>
              </a:extLst>
            </p:cNvPr>
            <p:cNvSpPr txBox="1"/>
            <p:nvPr/>
          </p:nvSpPr>
          <p:spPr>
            <a:xfrm>
              <a:off x="7035801" y="3314239"/>
              <a:ext cx="731515" cy="400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lang="ja-JP" altLang="en-US" sz="1050"/>
                <a:t>時刻</a:t>
              </a:r>
              <a:endParaRPr kumimoji="1" lang="en-US" altLang="ja-JP" sz="1050"/>
            </a:p>
          </p:txBody>
        </p:sp>
        <p:sp>
          <p:nvSpPr>
            <p:cNvPr id="128" name="テキスト ボックス 127">
              <a:extLst>
                <a:ext uri="{FF2B5EF4-FFF2-40B4-BE49-F238E27FC236}">
                  <a16:creationId xmlns:a16="http://schemas.microsoft.com/office/drawing/2014/main" id="{CDCA41B6-BD38-40F0-17A7-D66E959583B6}"/>
                </a:ext>
              </a:extLst>
            </p:cNvPr>
            <p:cNvSpPr txBox="1"/>
            <p:nvPr/>
          </p:nvSpPr>
          <p:spPr>
            <a:xfrm>
              <a:off x="4486562" y="3287298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66F56C3F-3159-7B91-B0BD-2200B27F889F}"/>
                </a:ext>
              </a:extLst>
            </p:cNvPr>
            <p:cNvCxnSpPr>
              <a:cxnSpLocks/>
            </p:cNvCxnSpPr>
            <p:nvPr/>
          </p:nvCxnSpPr>
          <p:spPr>
            <a:xfrm>
              <a:off x="5990391" y="3184005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A4075325-2CE2-3F78-B45B-279EA510C6D5}"/>
              </a:ext>
            </a:extLst>
          </p:cNvPr>
          <p:cNvGrpSpPr/>
          <p:nvPr/>
        </p:nvGrpSpPr>
        <p:grpSpPr>
          <a:xfrm>
            <a:off x="4456022" y="4840288"/>
            <a:ext cx="3312156" cy="428799"/>
            <a:chOff x="4455160" y="3168389"/>
            <a:chExt cx="3312156" cy="676931"/>
          </a:xfrm>
        </p:grpSpPr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13536C46-F0D9-B009-FA35-D362638A396A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C8E1FBC5-9BD9-3556-F3F7-F18F2E2FEDD0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直線コネクタ 132">
              <a:extLst>
                <a:ext uri="{FF2B5EF4-FFF2-40B4-BE49-F238E27FC236}">
                  <a16:creationId xmlns:a16="http://schemas.microsoft.com/office/drawing/2014/main" id="{BDC64BD8-104D-B55B-4AFE-FC296CEAA2E7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76" y="3168389"/>
              <a:ext cx="0" cy="66131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4" name="直線コネクタ 133">
              <a:extLst>
                <a:ext uri="{FF2B5EF4-FFF2-40B4-BE49-F238E27FC236}">
                  <a16:creationId xmlns:a16="http://schemas.microsoft.com/office/drawing/2014/main" id="{2C45D8FD-63ED-91C7-AC06-CCC459F9C4A6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35" name="テキスト ボックス 134">
              <a:extLst>
                <a:ext uri="{FF2B5EF4-FFF2-40B4-BE49-F238E27FC236}">
                  <a16:creationId xmlns:a16="http://schemas.microsoft.com/office/drawing/2014/main" id="{3FF18513-2131-D3E5-5A5C-DE5F4BF57683}"/>
                </a:ext>
              </a:extLst>
            </p:cNvPr>
            <p:cNvSpPr txBox="1"/>
            <p:nvPr/>
          </p:nvSpPr>
          <p:spPr>
            <a:xfrm>
              <a:off x="5860628" y="3283655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36" name="テキスト ボックス 135">
              <a:extLst>
                <a:ext uri="{FF2B5EF4-FFF2-40B4-BE49-F238E27FC236}">
                  <a16:creationId xmlns:a16="http://schemas.microsoft.com/office/drawing/2014/main" id="{03C45519-21D9-0AD9-7404-B86B5D212708}"/>
                </a:ext>
              </a:extLst>
            </p:cNvPr>
            <p:cNvSpPr txBox="1"/>
            <p:nvPr/>
          </p:nvSpPr>
          <p:spPr>
            <a:xfrm>
              <a:off x="5258876" y="3275184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37" name="テキスト ボックス 136">
              <a:extLst>
                <a:ext uri="{FF2B5EF4-FFF2-40B4-BE49-F238E27FC236}">
                  <a16:creationId xmlns:a16="http://schemas.microsoft.com/office/drawing/2014/main" id="{F3D9BFD5-1D4A-1608-17D9-02941FA97432}"/>
                </a:ext>
              </a:extLst>
            </p:cNvPr>
            <p:cNvSpPr txBox="1"/>
            <p:nvPr/>
          </p:nvSpPr>
          <p:spPr>
            <a:xfrm>
              <a:off x="7035801" y="3314239"/>
              <a:ext cx="731515" cy="400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lang="ja-JP" altLang="en-US" sz="1050"/>
                <a:t>時刻</a:t>
              </a:r>
              <a:endParaRPr kumimoji="1" lang="en-US" altLang="ja-JP" sz="1050"/>
            </a:p>
          </p:txBody>
        </p: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131619FE-D6E2-6A9E-D3F4-C550AA82D719}"/>
                </a:ext>
              </a:extLst>
            </p:cNvPr>
            <p:cNvSpPr txBox="1"/>
            <p:nvPr/>
          </p:nvSpPr>
          <p:spPr>
            <a:xfrm>
              <a:off x="4486562" y="3287298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F0623140-B004-9199-9005-53E3C3F24229}"/>
                </a:ext>
              </a:extLst>
            </p:cNvPr>
            <p:cNvCxnSpPr>
              <a:cxnSpLocks/>
            </p:cNvCxnSpPr>
            <p:nvPr/>
          </p:nvCxnSpPr>
          <p:spPr>
            <a:xfrm>
              <a:off x="5990391" y="3184005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0" name="グループ化 139">
            <a:extLst>
              <a:ext uri="{FF2B5EF4-FFF2-40B4-BE49-F238E27FC236}">
                <a16:creationId xmlns:a16="http://schemas.microsoft.com/office/drawing/2014/main" id="{B174B9C2-BB0A-0CF0-231A-5309C6680109}"/>
              </a:ext>
            </a:extLst>
          </p:cNvPr>
          <p:cNvGrpSpPr/>
          <p:nvPr/>
        </p:nvGrpSpPr>
        <p:grpSpPr>
          <a:xfrm>
            <a:off x="4447648" y="5259194"/>
            <a:ext cx="3312156" cy="428799"/>
            <a:chOff x="4455160" y="3168389"/>
            <a:chExt cx="3312156" cy="676931"/>
          </a:xfrm>
        </p:grpSpPr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9DF965A4-62B9-B7BE-66AB-10E43E1AC1F3}"/>
                </a:ext>
              </a:extLst>
            </p:cNvPr>
            <p:cNvSpPr/>
            <p:nvPr/>
          </p:nvSpPr>
          <p:spPr>
            <a:xfrm>
              <a:off x="4455160" y="3168421"/>
              <a:ext cx="3281680" cy="6613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359433B8-282C-3225-346F-DBF76BB05504}"/>
                </a:ext>
              </a:extLst>
            </p:cNvPr>
            <p:cNvCxnSpPr>
              <a:cxnSpLocks/>
            </p:cNvCxnSpPr>
            <p:nvPr/>
          </p:nvCxnSpPr>
          <p:spPr>
            <a:xfrm>
              <a:off x="4455160" y="3829736"/>
              <a:ext cx="328168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50A5CAF2-B9FE-A7E0-48AA-6FBFBF1993A1}"/>
                </a:ext>
              </a:extLst>
            </p:cNvPr>
            <p:cNvCxnSpPr>
              <a:cxnSpLocks/>
            </p:cNvCxnSpPr>
            <p:nvPr/>
          </p:nvCxnSpPr>
          <p:spPr>
            <a:xfrm>
              <a:off x="5258876" y="3168389"/>
              <a:ext cx="0" cy="66131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4" name="直線コネクタ 143">
              <a:extLst>
                <a:ext uri="{FF2B5EF4-FFF2-40B4-BE49-F238E27FC236}">
                  <a16:creationId xmlns:a16="http://schemas.microsoft.com/office/drawing/2014/main" id="{FCC7231E-CA92-91BA-F75B-46E76F3D8A8A}"/>
                </a:ext>
              </a:extLst>
            </p:cNvPr>
            <p:cNvCxnSpPr>
              <a:cxnSpLocks/>
            </p:cNvCxnSpPr>
            <p:nvPr/>
          </p:nvCxnSpPr>
          <p:spPr>
            <a:xfrm>
              <a:off x="7077365" y="3168421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5" name="テキスト ボックス 144">
              <a:extLst>
                <a:ext uri="{FF2B5EF4-FFF2-40B4-BE49-F238E27FC236}">
                  <a16:creationId xmlns:a16="http://schemas.microsoft.com/office/drawing/2014/main" id="{65EDA1CA-8B2E-1725-2EB6-EDE4FE2F9951}"/>
                </a:ext>
              </a:extLst>
            </p:cNvPr>
            <p:cNvSpPr txBox="1"/>
            <p:nvPr/>
          </p:nvSpPr>
          <p:spPr>
            <a:xfrm>
              <a:off x="5860628" y="3283655"/>
              <a:ext cx="13538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キャリア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46" name="テキスト ボックス 145">
              <a:extLst>
                <a:ext uri="{FF2B5EF4-FFF2-40B4-BE49-F238E27FC236}">
                  <a16:creationId xmlns:a16="http://schemas.microsoft.com/office/drawing/2014/main" id="{7CE12F20-8A12-2A69-0EE3-307A6ED07786}"/>
                </a:ext>
              </a:extLst>
            </p:cNvPr>
            <p:cNvSpPr txBox="1"/>
            <p:nvPr/>
          </p:nvSpPr>
          <p:spPr>
            <a:xfrm>
              <a:off x="5258876" y="3275184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棚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312E084E-EB64-07B4-8FD5-ECEA3C2D539A}"/>
                </a:ext>
              </a:extLst>
            </p:cNvPr>
            <p:cNvSpPr txBox="1"/>
            <p:nvPr/>
          </p:nvSpPr>
          <p:spPr>
            <a:xfrm>
              <a:off x="7035801" y="3314239"/>
              <a:ext cx="731515" cy="400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/>
                <a:t>入庫</a:t>
              </a:r>
              <a:r>
                <a:rPr lang="ja-JP" altLang="en-US" sz="1050"/>
                <a:t>時刻</a:t>
              </a:r>
              <a:endParaRPr kumimoji="1" lang="en-US" altLang="ja-JP" sz="1050"/>
            </a:p>
          </p:txBody>
        </p:sp>
        <p:sp>
          <p:nvSpPr>
            <p:cNvPr id="148" name="テキスト ボックス 147">
              <a:extLst>
                <a:ext uri="{FF2B5EF4-FFF2-40B4-BE49-F238E27FC236}">
                  <a16:creationId xmlns:a16="http://schemas.microsoft.com/office/drawing/2014/main" id="{10F2ACFD-3007-97CD-D76F-103E9C95BC55}"/>
                </a:ext>
              </a:extLst>
            </p:cNvPr>
            <p:cNvSpPr txBox="1"/>
            <p:nvPr/>
          </p:nvSpPr>
          <p:spPr>
            <a:xfrm>
              <a:off x="4486562" y="3287298"/>
              <a:ext cx="731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/>
                <a:t>設備</a:t>
              </a:r>
              <a:r>
                <a:rPr lang="en-US" altLang="ja-JP" sz="1400"/>
                <a:t>ID</a:t>
              </a:r>
              <a:endParaRPr kumimoji="1" lang="ja-JP" altLang="en-US" sz="1400"/>
            </a:p>
          </p:txBody>
        </p: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1D20B1E1-7335-9E92-1B29-83FD603BEBCA}"/>
                </a:ext>
              </a:extLst>
            </p:cNvPr>
            <p:cNvCxnSpPr>
              <a:cxnSpLocks/>
            </p:cNvCxnSpPr>
            <p:nvPr/>
          </p:nvCxnSpPr>
          <p:spPr>
            <a:xfrm>
              <a:off x="5990391" y="3184005"/>
              <a:ext cx="0" cy="661315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50" name="四角形: 角を丸くする 149">
            <a:extLst>
              <a:ext uri="{FF2B5EF4-FFF2-40B4-BE49-F238E27FC236}">
                <a16:creationId xmlns:a16="http://schemas.microsoft.com/office/drawing/2014/main" id="{579BAD53-F765-3548-EC29-41072E685937}"/>
              </a:ext>
            </a:extLst>
          </p:cNvPr>
          <p:cNvSpPr/>
          <p:nvPr/>
        </p:nvSpPr>
        <p:spPr>
          <a:xfrm>
            <a:off x="7125042" y="1741499"/>
            <a:ext cx="630899" cy="32159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/>
              <a:t>検索</a:t>
            </a:r>
          </a:p>
        </p:txBody>
      </p:sp>
    </p:spTree>
    <p:extLst>
      <p:ext uri="{BB962C8B-B14F-4D97-AF65-F5344CB8AC3E}">
        <p14:creationId xmlns:p14="http://schemas.microsoft.com/office/powerpoint/2010/main" val="3501879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03384-A11D-1122-1819-1D206036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追加可能であれば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ED4427-4FBC-6FF3-4718-54418BA92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サーバー停止した際に画面は移らずグレーアウトまたは画面上部に停止中の表記、ボタン押しても処理実行されない</a:t>
            </a:r>
            <a:endParaRPr kumimoji="1" lang="en-US" altLang="ja-JP"/>
          </a:p>
          <a:p>
            <a:r>
              <a:rPr lang="ja-JP" altLang="en-US"/>
              <a:t>検索機能</a:t>
            </a:r>
            <a:endParaRPr lang="en-US" altLang="ja-JP"/>
          </a:p>
          <a:p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1914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追加可能であれば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純平 福山</dc:creator>
  <cp:revision>1</cp:revision>
  <dcterms:created xsi:type="dcterms:W3CDTF">2026-06-12T04:43:53Z</dcterms:created>
  <dcterms:modified xsi:type="dcterms:W3CDTF">2026-06-19T03:58:31Z</dcterms:modified>
</cp:coreProperties>
</file>